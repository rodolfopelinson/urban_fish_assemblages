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56" r:id="rId6"/>
    <p:sldId id="257" r:id="rId7"/>
    <p:sldId id="258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188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7685B-A224-493E-4F06-A49AA4FD3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B4927C-8842-1650-3D4D-3FE5794DF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0ED2B0-D439-DD75-CF61-0DC68FEF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CBD36E-311E-5CCB-E732-2E319CDE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93B2FC-6EB3-5462-6316-2F404886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74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F46AF-4C80-74DB-428B-BB3CD43C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E71D77-DD1E-BD2F-DF0D-C29D61B1C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810757-C16B-5D8F-9222-72305BA3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ADA293-F268-51C8-BAD4-16B6E49B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681A6B-9296-6605-1356-695FF289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148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B026D-2051-6176-E3CA-56E089BC6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F5F312-35B6-1B05-72F9-12BAD7813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D56E30-B1E9-7C3B-A737-5BC96231E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535ECE-2AD6-BC18-F017-73E2C9DB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7AB273-049B-E3EE-D067-0F4D314D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8597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94FF4-6893-9487-4659-DC1CC5E6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A0A455-9D28-0E69-D1D4-1678F4995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16DFDE-E0B3-1F93-B901-CE2FF98F9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CCC6E2-F77B-FE76-F247-E6E334F5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5F5432-8330-881F-53F8-0E948C24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4DC944-73BD-8F95-0F1D-7100CCC1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07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A41BA-4C12-5103-4259-DECC59F0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7AFB59-8FBB-CAF6-6510-F8B80F399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8EBE77-CB43-C78E-8DDC-C479CB8CC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B91E9B-1C06-1BAA-9F28-22F2E688A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2313E7-CE5F-D0ED-F9DB-EC9C180C1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6F909E-2D47-E580-052A-792DC3D6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2A4509D-54C6-824A-44DB-1C589887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B6E48A-1D72-9D55-E9C4-683FA5FA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699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5A4F4-88CA-8B30-401D-88283B72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B425EDD-4FA9-AC52-6094-A1BBD38E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E48273-04F6-EFE8-1E6A-0B670BFC1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03249E-D571-C628-E16E-54DF4A0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17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C9D204A-2E13-69BE-8A7D-70B70FF9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FF030B-69F2-310E-03A8-FC81CEF7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12F4AB-8CC8-0CC7-B188-F8E455D7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64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81A52-5EEB-D510-5FC8-FA873E83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22BC08-55C8-4E1D-6245-AC59C2FB2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6DAA40-C157-7783-A57B-A44A75227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5318B-020C-D3E5-166F-1FC17F324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8071B7-D8FF-1FEF-0B3C-7940A5B5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A7CD47-EF81-1ADA-8797-807C534A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75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B9FD8-F9F4-2C10-EB0F-8A4EEF2F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A836F1E-6501-B281-E19B-07D9186ED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505FB-52EA-99EB-32CF-755392086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7FB370-9FBE-50C9-F10C-144C7B5B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BF164F-AB63-00DA-F6E9-C88BBAFD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0E8BBC-889F-7F18-EA30-CD92CDC6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4743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097A4-8F7D-88A0-5963-EDB3418A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4E856B-CD46-EBA8-2B26-BF124CA0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3D926B-A609-E323-898B-CF6C8C78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1B5DB5-A073-590B-0FCD-A8D4D422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4B4F6B-95A2-1A14-7518-4CCB9B21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16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B4F4A2-BEBD-8956-7F3E-2F73AA0C88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38F0CE-BE17-C306-99C4-D892F6A40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3189C4-699F-A541-FBD1-C2ABCE81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B55015-6F12-C922-3603-7A3D5B6C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8AEEAA-CB1F-7A89-5491-FFFABEA6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19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38EAC26-21E7-BAB2-62A2-57D04E35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074779-95D7-1765-16B1-51E7AA45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76B16E-9F5B-EC56-F94E-8021E98AD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56B24-465C-4238-846A-1A5390A0AD4A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A224EE-BBF7-6CA3-7CBC-241BEB2ED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D8A5E3-7A0A-8DEF-06E0-B6BBCF61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6F27B-3431-41D1-9D9C-47D08BA99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516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BFD623B-7A25-D315-5DC9-6886686DF3EC}"/>
              </a:ext>
            </a:extLst>
          </p:cNvPr>
          <p:cNvSpPr txBox="1"/>
          <p:nvPr/>
        </p:nvSpPr>
        <p:spPr>
          <a:xfrm>
            <a:off x="472611" y="390418"/>
            <a:ext cx="961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CE812F-98D0-DAE6-7530-24289B7AED4D}"/>
              </a:ext>
            </a:extLst>
          </p:cNvPr>
          <p:cNvSpPr txBox="1"/>
          <p:nvPr/>
        </p:nvSpPr>
        <p:spPr>
          <a:xfrm>
            <a:off x="2291137" y="390418"/>
            <a:ext cx="1892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PCAs</a:t>
            </a:r>
            <a:r>
              <a:rPr lang="pt-BR" dirty="0"/>
              <a:t> ambientais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5AF3B98-51D7-F51B-BCA4-36BD867EECA5}"/>
              </a:ext>
            </a:extLst>
          </p:cNvPr>
          <p:cNvSpPr/>
          <p:nvPr/>
        </p:nvSpPr>
        <p:spPr>
          <a:xfrm>
            <a:off x="271076" y="1917305"/>
            <a:ext cx="3534310" cy="32877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3661C00-0199-1A96-83A2-39F243D38AAC}"/>
              </a:ext>
            </a:extLst>
          </p:cNvPr>
          <p:cNvSpPr/>
          <p:nvPr/>
        </p:nvSpPr>
        <p:spPr>
          <a:xfrm>
            <a:off x="4328845" y="1907568"/>
            <a:ext cx="3534310" cy="32877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0C1480-D26D-2682-427E-5E97E512E0E6}"/>
              </a:ext>
            </a:extLst>
          </p:cNvPr>
          <p:cNvSpPr/>
          <p:nvPr/>
        </p:nvSpPr>
        <p:spPr>
          <a:xfrm>
            <a:off x="8282683" y="1907568"/>
            <a:ext cx="3534310" cy="32877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102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B92F863-5D09-BFDA-A81A-45DC4B0B6C2F}"/>
              </a:ext>
            </a:extLst>
          </p:cNvPr>
          <p:cNvSpPr txBox="1"/>
          <p:nvPr/>
        </p:nvSpPr>
        <p:spPr>
          <a:xfrm>
            <a:off x="472611" y="390418"/>
            <a:ext cx="961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6813E9-E540-495A-98F0-AC3C57F183E4}"/>
              </a:ext>
            </a:extLst>
          </p:cNvPr>
          <p:cNvSpPr txBox="1"/>
          <p:nvPr/>
        </p:nvSpPr>
        <p:spPr>
          <a:xfrm>
            <a:off x="2291137" y="390418"/>
            <a:ext cx="2394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Partições </a:t>
            </a:r>
            <a:r>
              <a:rPr lang="pt-BR"/>
              <a:t>de Variância</a:t>
            </a:r>
            <a:endParaRPr lang="pt-BR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A910678-DB7F-8B46-823C-0FBB2B5E1EFD}"/>
              </a:ext>
            </a:extLst>
          </p:cNvPr>
          <p:cNvGrpSpPr/>
          <p:nvPr/>
        </p:nvGrpSpPr>
        <p:grpSpPr>
          <a:xfrm>
            <a:off x="2794571" y="924673"/>
            <a:ext cx="1090773" cy="2034283"/>
            <a:chOff x="3174714" y="1273995"/>
            <a:chExt cx="1090773" cy="2034283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EDA02B1B-A224-86B7-DE01-95A812C4792A}"/>
                </a:ext>
              </a:extLst>
            </p:cNvPr>
            <p:cNvCxnSpPr/>
            <p:nvPr/>
          </p:nvCxnSpPr>
          <p:spPr>
            <a:xfrm>
              <a:off x="3174714" y="1273995"/>
              <a:ext cx="0" cy="203428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8D979FE0-C8ED-E255-9944-8D9805AFD9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4714" y="3308278"/>
              <a:ext cx="10907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F553C73-CF0A-749C-F046-30D871C02F02}"/>
              </a:ext>
            </a:extLst>
          </p:cNvPr>
          <p:cNvGrpSpPr/>
          <p:nvPr/>
        </p:nvGrpSpPr>
        <p:grpSpPr>
          <a:xfrm>
            <a:off x="4498369" y="924673"/>
            <a:ext cx="5375096" cy="2034283"/>
            <a:chOff x="3174714" y="1273995"/>
            <a:chExt cx="1090773" cy="2034283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084AAB01-9CEC-1A4F-DB2E-3C09F2F4D182}"/>
                </a:ext>
              </a:extLst>
            </p:cNvPr>
            <p:cNvCxnSpPr/>
            <p:nvPr/>
          </p:nvCxnSpPr>
          <p:spPr>
            <a:xfrm>
              <a:off x="3174714" y="1273995"/>
              <a:ext cx="0" cy="203428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2693EEBD-A14A-A92E-25C8-BA36624759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4714" y="3308278"/>
              <a:ext cx="10907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0304AFF4-2562-D833-7AD6-30FC64B7BD8A}"/>
              </a:ext>
            </a:extLst>
          </p:cNvPr>
          <p:cNvGrpSpPr/>
          <p:nvPr/>
        </p:nvGrpSpPr>
        <p:grpSpPr>
          <a:xfrm>
            <a:off x="2794571" y="3224372"/>
            <a:ext cx="1090773" cy="2034283"/>
            <a:chOff x="3174714" y="1273995"/>
            <a:chExt cx="1090773" cy="2034283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C7C63235-6B13-65E8-CCDD-EBCCC8DEFEAE}"/>
                </a:ext>
              </a:extLst>
            </p:cNvPr>
            <p:cNvCxnSpPr/>
            <p:nvPr/>
          </p:nvCxnSpPr>
          <p:spPr>
            <a:xfrm>
              <a:off x="3174714" y="1273995"/>
              <a:ext cx="0" cy="203428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CB7AA785-F246-4581-27BE-3669BA8EC3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4714" y="3308278"/>
              <a:ext cx="10907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3C908FE-2394-1FA9-D0E3-BD8BB09FC8B3}"/>
              </a:ext>
            </a:extLst>
          </p:cNvPr>
          <p:cNvGrpSpPr/>
          <p:nvPr/>
        </p:nvGrpSpPr>
        <p:grpSpPr>
          <a:xfrm>
            <a:off x="4498369" y="3224372"/>
            <a:ext cx="5375096" cy="2034283"/>
            <a:chOff x="3174714" y="1273995"/>
            <a:chExt cx="1090773" cy="2034283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2A81CA46-E1F7-5910-A11A-39921E269F4A}"/>
                </a:ext>
              </a:extLst>
            </p:cNvPr>
            <p:cNvCxnSpPr/>
            <p:nvPr/>
          </p:nvCxnSpPr>
          <p:spPr>
            <a:xfrm>
              <a:off x="3174714" y="1273995"/>
              <a:ext cx="0" cy="203428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0B57852-4790-8D0F-45B7-9E28AF77AA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4714" y="3308278"/>
              <a:ext cx="10907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682E2AC-A09D-10AD-6462-DDC050821404}"/>
              </a:ext>
            </a:extLst>
          </p:cNvPr>
          <p:cNvSpPr txBox="1"/>
          <p:nvPr/>
        </p:nvSpPr>
        <p:spPr>
          <a:xfrm>
            <a:off x="2167848" y="1757148"/>
            <a:ext cx="626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R2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AA34AAD-5378-09D9-575D-02B4428C274B}"/>
              </a:ext>
            </a:extLst>
          </p:cNvPr>
          <p:cNvSpPr txBox="1"/>
          <p:nvPr/>
        </p:nvSpPr>
        <p:spPr>
          <a:xfrm>
            <a:off x="2178122" y="3924139"/>
            <a:ext cx="626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9176871-E5E7-5CE5-B5C4-AE161343DBA2}"/>
              </a:ext>
            </a:extLst>
          </p:cNvPr>
          <p:cNvSpPr txBox="1"/>
          <p:nvPr/>
        </p:nvSpPr>
        <p:spPr>
          <a:xfrm>
            <a:off x="2691831" y="5371915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Comunidade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FA77FDE-8D81-DA7E-B0FE-3C45E7B79418}"/>
              </a:ext>
            </a:extLst>
          </p:cNvPr>
          <p:cNvSpPr txBox="1"/>
          <p:nvPr/>
        </p:nvSpPr>
        <p:spPr>
          <a:xfrm rot="16200000">
            <a:off x="3930027" y="5187276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1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A3E7E96-D482-B7CD-FBE7-2B675B98E056}"/>
              </a:ext>
            </a:extLst>
          </p:cNvPr>
          <p:cNvSpPr txBox="1"/>
          <p:nvPr/>
        </p:nvSpPr>
        <p:spPr>
          <a:xfrm rot="16200000">
            <a:off x="4276190" y="5187275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2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3F2BA00-18D3-B29D-5FE7-50CC0E92561D}"/>
              </a:ext>
            </a:extLst>
          </p:cNvPr>
          <p:cNvSpPr txBox="1"/>
          <p:nvPr/>
        </p:nvSpPr>
        <p:spPr>
          <a:xfrm rot="16200000">
            <a:off x="4645522" y="5187273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3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12A06C7-E616-61A6-8E5A-CB4AA149BD37}"/>
              </a:ext>
            </a:extLst>
          </p:cNvPr>
          <p:cNvSpPr txBox="1"/>
          <p:nvPr/>
        </p:nvSpPr>
        <p:spPr>
          <a:xfrm rot="16200000">
            <a:off x="5014854" y="5187271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4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3C9A336-2E8B-1798-216F-EAB23F60FDA1}"/>
              </a:ext>
            </a:extLst>
          </p:cNvPr>
          <p:cNvSpPr txBox="1"/>
          <p:nvPr/>
        </p:nvSpPr>
        <p:spPr>
          <a:xfrm rot="16200000">
            <a:off x="5384186" y="5187269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5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06027A5-6D0A-EC95-81FA-70A15EA0FBCD}"/>
              </a:ext>
            </a:extLst>
          </p:cNvPr>
          <p:cNvSpPr txBox="1"/>
          <p:nvPr/>
        </p:nvSpPr>
        <p:spPr>
          <a:xfrm rot="16200000">
            <a:off x="5753518" y="5187267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6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C674CB1-595D-4B68-E271-6F27E37AB567}"/>
              </a:ext>
            </a:extLst>
          </p:cNvPr>
          <p:cNvSpPr txBox="1"/>
          <p:nvPr/>
        </p:nvSpPr>
        <p:spPr>
          <a:xfrm rot="16200000">
            <a:off x="6122850" y="5187265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6485BCB-35D3-387B-6565-282844353345}"/>
              </a:ext>
            </a:extLst>
          </p:cNvPr>
          <p:cNvSpPr txBox="1"/>
          <p:nvPr/>
        </p:nvSpPr>
        <p:spPr>
          <a:xfrm rot="16200000">
            <a:off x="6492182" y="5187263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7EBFCDD-C228-F296-0D7A-01B1EBE3729B}"/>
              </a:ext>
            </a:extLst>
          </p:cNvPr>
          <p:cNvSpPr txBox="1"/>
          <p:nvPr/>
        </p:nvSpPr>
        <p:spPr>
          <a:xfrm rot="16200000">
            <a:off x="6861514" y="5187261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9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8844363-5857-EAC6-F1F3-418DE1694C59}"/>
              </a:ext>
            </a:extLst>
          </p:cNvPr>
          <p:cNvSpPr txBox="1"/>
          <p:nvPr/>
        </p:nvSpPr>
        <p:spPr>
          <a:xfrm rot="16200000">
            <a:off x="7230846" y="5187259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10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39EB84A6-38CF-32C0-B57F-16B6635A3D3F}"/>
              </a:ext>
            </a:extLst>
          </p:cNvPr>
          <p:cNvSpPr txBox="1"/>
          <p:nvPr/>
        </p:nvSpPr>
        <p:spPr>
          <a:xfrm rot="16200000">
            <a:off x="7600178" y="5187257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11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15743EA-3FDE-0A09-5ADC-F09C64C67916}"/>
              </a:ext>
            </a:extLst>
          </p:cNvPr>
          <p:cNvSpPr txBox="1"/>
          <p:nvPr/>
        </p:nvSpPr>
        <p:spPr>
          <a:xfrm rot="16200000">
            <a:off x="7969510" y="5187255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12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A95E7D67-9D67-9D2F-C820-1B5A7654E3FC}"/>
              </a:ext>
            </a:extLst>
          </p:cNvPr>
          <p:cNvSpPr txBox="1"/>
          <p:nvPr/>
        </p:nvSpPr>
        <p:spPr>
          <a:xfrm rot="16200000">
            <a:off x="8338842" y="5187253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13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CC2B9D5-9F0A-6503-958D-EEEA2ABFFA3B}"/>
              </a:ext>
            </a:extLst>
          </p:cNvPr>
          <p:cNvSpPr txBox="1"/>
          <p:nvPr/>
        </p:nvSpPr>
        <p:spPr>
          <a:xfrm rot="16200000">
            <a:off x="8708174" y="5187251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14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0B5C72F-2EA5-805E-E823-5C66899CA1A3}"/>
              </a:ext>
            </a:extLst>
          </p:cNvPr>
          <p:cNvSpPr txBox="1"/>
          <p:nvPr/>
        </p:nvSpPr>
        <p:spPr>
          <a:xfrm rot="16200000">
            <a:off x="9077506" y="5187249"/>
            <a:ext cx="148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Sp</a:t>
            </a:r>
            <a:r>
              <a:rPr lang="pt-BR" dirty="0"/>
              <a:t> 15</a:t>
            </a:r>
          </a:p>
        </p:txBody>
      </p:sp>
    </p:spTree>
    <p:extLst>
      <p:ext uri="{BB962C8B-B14F-4D97-AF65-F5344CB8AC3E}">
        <p14:creationId xmlns:p14="http://schemas.microsoft.com/office/powerpoint/2010/main" val="414525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4DF5-D889-464E-F729-F8422686D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9406985-B29B-0E37-8CFC-6A2F78FC85EC}"/>
              </a:ext>
            </a:extLst>
          </p:cNvPr>
          <p:cNvSpPr txBox="1"/>
          <p:nvPr/>
        </p:nvSpPr>
        <p:spPr>
          <a:xfrm>
            <a:off x="472611" y="390418"/>
            <a:ext cx="961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300038-B868-9AA0-04E5-35FB8D991353}"/>
              </a:ext>
            </a:extLst>
          </p:cNvPr>
          <p:cNvSpPr txBox="1"/>
          <p:nvPr/>
        </p:nvSpPr>
        <p:spPr>
          <a:xfrm>
            <a:off x="2291137" y="390418"/>
            <a:ext cx="771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Coefs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635EBF-7EF7-2F4C-9D2D-36AB0EBF7084}"/>
              </a:ext>
            </a:extLst>
          </p:cNvPr>
          <p:cNvSpPr/>
          <p:nvPr/>
        </p:nvSpPr>
        <p:spPr>
          <a:xfrm>
            <a:off x="3227387" y="1335639"/>
            <a:ext cx="1632290" cy="35832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A3650713-1088-3B83-188E-CF1CBE20ABEA}"/>
              </a:ext>
            </a:extLst>
          </p:cNvPr>
          <p:cNvGrpSpPr/>
          <p:nvPr/>
        </p:nvGrpSpPr>
        <p:grpSpPr>
          <a:xfrm rot="5400000">
            <a:off x="1361484" y="2341054"/>
            <a:ext cx="3670151" cy="1485487"/>
            <a:chOff x="4488096" y="4629190"/>
            <a:chExt cx="3670151" cy="1485487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ECE4CD8F-C85E-CAFC-6372-3529099A3627}"/>
                </a:ext>
              </a:extLst>
            </p:cNvPr>
            <p:cNvSpPr txBox="1"/>
            <p:nvPr/>
          </p:nvSpPr>
          <p:spPr>
            <a:xfrm rot="16200000">
              <a:off x="3930027" y="5187276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1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7A9CC22-4A6D-5EC3-A102-366174F849FB}"/>
                </a:ext>
              </a:extLst>
            </p:cNvPr>
            <p:cNvSpPr txBox="1"/>
            <p:nvPr/>
          </p:nvSpPr>
          <p:spPr>
            <a:xfrm rot="16200000">
              <a:off x="4276190" y="5187275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2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C6CAF7B-B435-2BFE-C727-982F30894F74}"/>
                </a:ext>
              </a:extLst>
            </p:cNvPr>
            <p:cNvSpPr txBox="1"/>
            <p:nvPr/>
          </p:nvSpPr>
          <p:spPr>
            <a:xfrm rot="16200000">
              <a:off x="4645522" y="5187273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3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AA78FC6-0770-DDF1-A5F1-FC6411DF0F22}"/>
                </a:ext>
              </a:extLst>
            </p:cNvPr>
            <p:cNvSpPr txBox="1"/>
            <p:nvPr/>
          </p:nvSpPr>
          <p:spPr>
            <a:xfrm rot="16200000">
              <a:off x="5014854" y="5187271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4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1722682-9EDD-60FD-9AA8-00E2B115694B}"/>
                </a:ext>
              </a:extLst>
            </p:cNvPr>
            <p:cNvSpPr txBox="1"/>
            <p:nvPr/>
          </p:nvSpPr>
          <p:spPr>
            <a:xfrm rot="16200000">
              <a:off x="5384186" y="5187269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5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6910674C-1BAD-1DCF-FDC6-3A27C684E5F6}"/>
                </a:ext>
              </a:extLst>
            </p:cNvPr>
            <p:cNvSpPr txBox="1"/>
            <p:nvPr/>
          </p:nvSpPr>
          <p:spPr>
            <a:xfrm rot="16200000">
              <a:off x="5753518" y="5187267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6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6731B07F-1A31-B313-C689-5166F9CBF056}"/>
                </a:ext>
              </a:extLst>
            </p:cNvPr>
            <p:cNvSpPr txBox="1"/>
            <p:nvPr/>
          </p:nvSpPr>
          <p:spPr>
            <a:xfrm rot="16200000">
              <a:off x="6122850" y="5187265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7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9856425F-F9FD-5228-F373-25F90FE40CCB}"/>
                </a:ext>
              </a:extLst>
            </p:cNvPr>
            <p:cNvSpPr txBox="1"/>
            <p:nvPr/>
          </p:nvSpPr>
          <p:spPr>
            <a:xfrm rot="16200000">
              <a:off x="6492182" y="5187263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8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29544C8A-451D-F39D-0D1F-34E81C0B5B81}"/>
                </a:ext>
              </a:extLst>
            </p:cNvPr>
            <p:cNvSpPr txBox="1"/>
            <p:nvPr/>
          </p:nvSpPr>
          <p:spPr>
            <a:xfrm rot="16200000">
              <a:off x="6861514" y="5187261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9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8CAD1AE2-F2D2-315C-C384-7D42094F52F8}"/>
                </a:ext>
              </a:extLst>
            </p:cNvPr>
            <p:cNvSpPr txBox="1"/>
            <p:nvPr/>
          </p:nvSpPr>
          <p:spPr>
            <a:xfrm rot="16200000">
              <a:off x="7230846" y="5187259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10</a:t>
              </a:r>
            </a:p>
          </p:txBody>
        </p:sp>
      </p:grpSp>
      <p:sp>
        <p:nvSpPr>
          <p:cNvPr id="51" name="Retângulo 50">
            <a:extLst>
              <a:ext uri="{FF2B5EF4-FFF2-40B4-BE49-F238E27FC236}">
                <a16:creationId xmlns:a16="http://schemas.microsoft.com/office/drawing/2014/main" id="{375E4B45-9763-9118-EE83-2344D2727F3D}"/>
              </a:ext>
            </a:extLst>
          </p:cNvPr>
          <p:cNvSpPr/>
          <p:nvPr/>
        </p:nvSpPr>
        <p:spPr>
          <a:xfrm>
            <a:off x="5152079" y="1335639"/>
            <a:ext cx="1632290" cy="35832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79EDDD98-30B2-74B1-DE3A-71472E1AFB07}"/>
              </a:ext>
            </a:extLst>
          </p:cNvPr>
          <p:cNvSpPr/>
          <p:nvPr/>
        </p:nvSpPr>
        <p:spPr>
          <a:xfrm>
            <a:off x="7076771" y="1335639"/>
            <a:ext cx="1632290" cy="35832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74F43AC-8D79-5D96-616A-2F885113A90D}"/>
              </a:ext>
            </a:extLst>
          </p:cNvPr>
          <p:cNvSpPr txBox="1"/>
          <p:nvPr/>
        </p:nvSpPr>
        <p:spPr>
          <a:xfrm>
            <a:off x="3347508" y="5005790"/>
            <a:ext cx="139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Urban</a:t>
            </a:r>
            <a:r>
              <a:rPr lang="pt-BR" dirty="0"/>
              <a:t> cover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0AB561D9-0CE2-CD00-2B82-CD5123EF75B8}"/>
              </a:ext>
            </a:extLst>
          </p:cNvPr>
          <p:cNvSpPr txBox="1"/>
          <p:nvPr/>
        </p:nvSpPr>
        <p:spPr>
          <a:xfrm>
            <a:off x="5465297" y="5005790"/>
            <a:ext cx="100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Env</a:t>
            </a:r>
            <a:r>
              <a:rPr lang="pt-BR" dirty="0"/>
              <a:t> PC2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792633D-7764-E5BC-0622-A23707AE26A0}"/>
              </a:ext>
            </a:extLst>
          </p:cNvPr>
          <p:cNvSpPr txBox="1"/>
          <p:nvPr/>
        </p:nvSpPr>
        <p:spPr>
          <a:xfrm>
            <a:off x="6957147" y="5005790"/>
            <a:ext cx="18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Env</a:t>
            </a:r>
            <a:r>
              <a:rPr lang="pt-BR" dirty="0"/>
              <a:t> PC2 </a:t>
            </a:r>
            <a:r>
              <a:rPr lang="pt-BR" dirty="0" err="1"/>
              <a:t>squared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5822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D4D6-29A6-0C46-8E30-2B5842EC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80318FC-A834-4978-9094-4EAB7C88C52C}"/>
              </a:ext>
            </a:extLst>
          </p:cNvPr>
          <p:cNvSpPr txBox="1"/>
          <p:nvPr/>
        </p:nvSpPr>
        <p:spPr>
          <a:xfrm>
            <a:off x="472611" y="390418"/>
            <a:ext cx="961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0983F50-D648-083A-832E-2B5B8065D6BC}"/>
              </a:ext>
            </a:extLst>
          </p:cNvPr>
          <p:cNvSpPr txBox="1"/>
          <p:nvPr/>
        </p:nvSpPr>
        <p:spPr>
          <a:xfrm>
            <a:off x="2291137" y="390418"/>
            <a:ext cx="1312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Predictions</a:t>
            </a:r>
            <a:endParaRPr lang="pt-BR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C1CDF6F-F78B-915F-7868-1A51E41F6629}"/>
              </a:ext>
            </a:extLst>
          </p:cNvPr>
          <p:cNvGrpSpPr/>
          <p:nvPr/>
        </p:nvGrpSpPr>
        <p:grpSpPr>
          <a:xfrm>
            <a:off x="1654139" y="1934110"/>
            <a:ext cx="3145604" cy="2989779"/>
            <a:chOff x="3174714" y="1273995"/>
            <a:chExt cx="1090773" cy="2034283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46D8C2C5-6ED5-89B1-B91F-AC9DE9CA48BB}"/>
                </a:ext>
              </a:extLst>
            </p:cNvPr>
            <p:cNvCxnSpPr/>
            <p:nvPr/>
          </p:nvCxnSpPr>
          <p:spPr>
            <a:xfrm>
              <a:off x="3174714" y="1273995"/>
              <a:ext cx="0" cy="203428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2914E5CA-9FFD-0A6F-CFC9-42EF659D9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4714" y="3308278"/>
              <a:ext cx="10907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23E3113-F4DC-8A50-84BF-AA56703DFAB4}"/>
              </a:ext>
            </a:extLst>
          </p:cNvPr>
          <p:cNvSpPr txBox="1"/>
          <p:nvPr/>
        </p:nvSpPr>
        <p:spPr>
          <a:xfrm rot="16200000">
            <a:off x="698643" y="3244333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Abundance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F828ED6-4880-65A1-BB90-831D28D5C677}"/>
              </a:ext>
            </a:extLst>
          </p:cNvPr>
          <p:cNvSpPr txBox="1"/>
          <p:nvPr/>
        </p:nvSpPr>
        <p:spPr>
          <a:xfrm>
            <a:off x="2562336" y="5050872"/>
            <a:ext cx="139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Urban</a:t>
            </a:r>
            <a:r>
              <a:rPr lang="pt-BR" dirty="0"/>
              <a:t> cover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6DA8AAD-8D68-CAA3-982D-434A5B65019D}"/>
              </a:ext>
            </a:extLst>
          </p:cNvPr>
          <p:cNvGrpSpPr/>
          <p:nvPr/>
        </p:nvGrpSpPr>
        <p:grpSpPr>
          <a:xfrm>
            <a:off x="5216163" y="1936678"/>
            <a:ext cx="3145604" cy="2989779"/>
            <a:chOff x="3174714" y="1273995"/>
            <a:chExt cx="1090773" cy="2034283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524CC23-490E-9F28-8E4D-7B283C23059B}"/>
                </a:ext>
              </a:extLst>
            </p:cNvPr>
            <p:cNvCxnSpPr/>
            <p:nvPr/>
          </p:nvCxnSpPr>
          <p:spPr>
            <a:xfrm>
              <a:off x="3174714" y="1273995"/>
              <a:ext cx="0" cy="203428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344B94C-CFC8-BE1D-A559-0E61545432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4714" y="3308278"/>
              <a:ext cx="10907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AEEAD7-D7A3-33E0-313A-7D6BFF7CD47E}"/>
              </a:ext>
            </a:extLst>
          </p:cNvPr>
          <p:cNvSpPr txBox="1"/>
          <p:nvPr/>
        </p:nvSpPr>
        <p:spPr>
          <a:xfrm>
            <a:off x="5805860" y="5160195"/>
            <a:ext cx="2752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Stream</a:t>
            </a:r>
            <a:r>
              <a:rPr lang="pt-BR" dirty="0"/>
              <a:t> </a:t>
            </a:r>
            <a:r>
              <a:rPr lang="pt-BR" dirty="0" err="1"/>
              <a:t>structure</a:t>
            </a:r>
            <a:r>
              <a:rPr lang="pt-BR" dirty="0"/>
              <a:t> PC2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E9A4F076-6AE3-BB8E-DF10-0746D1084A2A}"/>
              </a:ext>
            </a:extLst>
          </p:cNvPr>
          <p:cNvGrpSpPr/>
          <p:nvPr/>
        </p:nvGrpSpPr>
        <p:grpSpPr>
          <a:xfrm rot="5400000">
            <a:off x="9445529" y="2537266"/>
            <a:ext cx="3670151" cy="1485487"/>
            <a:chOff x="4488096" y="4629190"/>
            <a:chExt cx="3670151" cy="1485487"/>
          </a:xfrm>
        </p:grpSpPr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0F297833-3217-AD54-98F4-8D1808E80D91}"/>
                </a:ext>
              </a:extLst>
            </p:cNvPr>
            <p:cNvSpPr txBox="1"/>
            <p:nvPr/>
          </p:nvSpPr>
          <p:spPr>
            <a:xfrm rot="16200000">
              <a:off x="3930027" y="5187276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1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275E29BE-74FE-A4FC-2577-715B9F88464A}"/>
                </a:ext>
              </a:extLst>
            </p:cNvPr>
            <p:cNvSpPr txBox="1"/>
            <p:nvPr/>
          </p:nvSpPr>
          <p:spPr>
            <a:xfrm rot="16200000">
              <a:off x="4276190" y="5187275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2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4E3D1ED5-C947-6900-44A8-437483B08D60}"/>
                </a:ext>
              </a:extLst>
            </p:cNvPr>
            <p:cNvSpPr txBox="1"/>
            <p:nvPr/>
          </p:nvSpPr>
          <p:spPr>
            <a:xfrm rot="16200000">
              <a:off x="4645522" y="5187273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3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91DEA353-E7B3-8E7D-9AD6-A1919F7D6D22}"/>
                </a:ext>
              </a:extLst>
            </p:cNvPr>
            <p:cNvSpPr txBox="1"/>
            <p:nvPr/>
          </p:nvSpPr>
          <p:spPr>
            <a:xfrm rot="16200000">
              <a:off x="5014854" y="5187271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4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1EDD76A1-AFD6-1CB2-37D5-F29C97E37C02}"/>
                </a:ext>
              </a:extLst>
            </p:cNvPr>
            <p:cNvSpPr txBox="1"/>
            <p:nvPr/>
          </p:nvSpPr>
          <p:spPr>
            <a:xfrm rot="16200000">
              <a:off x="5384186" y="5187269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5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323D7A38-14C5-3501-DB86-6C846A1D8E39}"/>
                </a:ext>
              </a:extLst>
            </p:cNvPr>
            <p:cNvSpPr txBox="1"/>
            <p:nvPr/>
          </p:nvSpPr>
          <p:spPr>
            <a:xfrm rot="16200000">
              <a:off x="5753518" y="5187267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6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BD8A9E14-D605-37C9-BACD-9EF444E1D9BF}"/>
                </a:ext>
              </a:extLst>
            </p:cNvPr>
            <p:cNvSpPr txBox="1"/>
            <p:nvPr/>
          </p:nvSpPr>
          <p:spPr>
            <a:xfrm rot="16200000">
              <a:off x="6122850" y="5187265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7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0FA74EF-EE99-B7D9-875C-2AD76E7441C8}"/>
                </a:ext>
              </a:extLst>
            </p:cNvPr>
            <p:cNvSpPr txBox="1"/>
            <p:nvPr/>
          </p:nvSpPr>
          <p:spPr>
            <a:xfrm rot="16200000">
              <a:off x="6492182" y="5187263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8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047F02D9-55E5-138C-FB43-C95BE240109D}"/>
                </a:ext>
              </a:extLst>
            </p:cNvPr>
            <p:cNvSpPr txBox="1"/>
            <p:nvPr/>
          </p:nvSpPr>
          <p:spPr>
            <a:xfrm rot="16200000">
              <a:off x="6861514" y="5187261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9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DCC7EE11-DCE4-7D9A-7B8B-CBA2555A8865}"/>
                </a:ext>
              </a:extLst>
            </p:cNvPr>
            <p:cNvSpPr txBox="1"/>
            <p:nvPr/>
          </p:nvSpPr>
          <p:spPr>
            <a:xfrm rot="16200000">
              <a:off x="7230846" y="5187259"/>
              <a:ext cx="1485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Sp</a:t>
              </a:r>
              <a:r>
                <a:rPr lang="pt-BR" dirty="0"/>
                <a:t> 10</a:t>
              </a:r>
            </a:p>
          </p:txBody>
        </p:sp>
      </p:grp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EA8C83EF-397C-9C32-6E9C-C64FA9D4E49E}"/>
              </a:ext>
            </a:extLst>
          </p:cNvPr>
          <p:cNvCxnSpPr/>
          <p:nvPr/>
        </p:nvCxnSpPr>
        <p:spPr>
          <a:xfrm>
            <a:off x="9452284" y="1773436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CE46563E-2489-330D-FAAF-0BBFA91749B5}"/>
              </a:ext>
            </a:extLst>
          </p:cNvPr>
          <p:cNvCxnSpPr/>
          <p:nvPr/>
        </p:nvCxnSpPr>
        <p:spPr>
          <a:xfrm>
            <a:off x="9452283" y="2128183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9733A229-98EC-206E-E434-E3CE2EECCE7A}"/>
              </a:ext>
            </a:extLst>
          </p:cNvPr>
          <p:cNvCxnSpPr/>
          <p:nvPr/>
        </p:nvCxnSpPr>
        <p:spPr>
          <a:xfrm>
            <a:off x="9452282" y="2482930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AB51795E-A8AF-7C2A-817D-B268C3DF6F15}"/>
              </a:ext>
            </a:extLst>
          </p:cNvPr>
          <p:cNvCxnSpPr/>
          <p:nvPr/>
        </p:nvCxnSpPr>
        <p:spPr>
          <a:xfrm>
            <a:off x="9452281" y="2837677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F9AC9EAB-4731-4C43-1899-513599D0BD4D}"/>
              </a:ext>
            </a:extLst>
          </p:cNvPr>
          <p:cNvCxnSpPr/>
          <p:nvPr/>
        </p:nvCxnSpPr>
        <p:spPr>
          <a:xfrm>
            <a:off x="9452280" y="3192424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AE77206C-8977-8790-4730-ABCF8053E46D}"/>
              </a:ext>
            </a:extLst>
          </p:cNvPr>
          <p:cNvCxnSpPr/>
          <p:nvPr/>
        </p:nvCxnSpPr>
        <p:spPr>
          <a:xfrm>
            <a:off x="9452279" y="3547171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5D5F3C9-74AB-8980-630B-AC125F3D87D0}"/>
              </a:ext>
            </a:extLst>
          </p:cNvPr>
          <p:cNvCxnSpPr/>
          <p:nvPr/>
        </p:nvCxnSpPr>
        <p:spPr>
          <a:xfrm>
            <a:off x="9452278" y="3901918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4A617324-B6FF-D8E5-D26F-C65AFB8D8B89}"/>
              </a:ext>
            </a:extLst>
          </p:cNvPr>
          <p:cNvCxnSpPr/>
          <p:nvPr/>
        </p:nvCxnSpPr>
        <p:spPr>
          <a:xfrm>
            <a:off x="9452277" y="4256665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AAB8A76D-5030-58EB-14A1-09098A6013E7}"/>
              </a:ext>
            </a:extLst>
          </p:cNvPr>
          <p:cNvCxnSpPr/>
          <p:nvPr/>
        </p:nvCxnSpPr>
        <p:spPr>
          <a:xfrm>
            <a:off x="9452276" y="4611412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CF8BD92-A4B3-C537-6D41-8BD5FD79405D}"/>
              </a:ext>
            </a:extLst>
          </p:cNvPr>
          <p:cNvCxnSpPr/>
          <p:nvPr/>
        </p:nvCxnSpPr>
        <p:spPr>
          <a:xfrm>
            <a:off x="9452275" y="4966159"/>
            <a:ext cx="719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A15D761F-610F-72C1-8C4A-0B03CCB8AD16}"/>
              </a:ext>
            </a:extLst>
          </p:cNvPr>
          <p:cNvCxnSpPr/>
          <p:nvPr/>
        </p:nvCxnSpPr>
        <p:spPr>
          <a:xfrm>
            <a:off x="2291137" y="2482930"/>
            <a:ext cx="1982912" cy="20171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CD5BA9F4-D8A3-DE3F-E633-D1BDF36114B8}"/>
              </a:ext>
            </a:extLst>
          </p:cNvPr>
          <p:cNvCxnSpPr>
            <a:cxnSpLocks/>
          </p:cNvCxnSpPr>
          <p:nvPr/>
        </p:nvCxnSpPr>
        <p:spPr>
          <a:xfrm>
            <a:off x="2020528" y="2989780"/>
            <a:ext cx="2405921" cy="1662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3FDDFC1B-9C83-EB87-25EA-F1F868C7949B}"/>
              </a:ext>
            </a:extLst>
          </p:cNvPr>
          <p:cNvCxnSpPr>
            <a:cxnSpLocks/>
          </p:cNvCxnSpPr>
          <p:nvPr/>
        </p:nvCxnSpPr>
        <p:spPr>
          <a:xfrm>
            <a:off x="1749919" y="3496630"/>
            <a:ext cx="2863178" cy="1003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D4C9D2F0-DBA1-1199-21E2-122F5AE74ADD}"/>
              </a:ext>
            </a:extLst>
          </p:cNvPr>
          <p:cNvCxnSpPr>
            <a:cxnSpLocks/>
          </p:cNvCxnSpPr>
          <p:nvPr/>
        </p:nvCxnSpPr>
        <p:spPr>
          <a:xfrm>
            <a:off x="1910993" y="4007089"/>
            <a:ext cx="2515456" cy="86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0A9CF90F-4009-1968-5E91-4089BC981911}"/>
              </a:ext>
            </a:extLst>
          </p:cNvPr>
          <p:cNvCxnSpPr>
            <a:cxnSpLocks/>
          </p:cNvCxnSpPr>
          <p:nvPr/>
        </p:nvCxnSpPr>
        <p:spPr>
          <a:xfrm flipV="1">
            <a:off x="2072067" y="3637757"/>
            <a:ext cx="2469111" cy="879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84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0F28114-64A7-B12D-579B-0272BC2968F8}"/>
              </a:ext>
            </a:extLst>
          </p:cNvPr>
          <p:cNvSpPr txBox="1"/>
          <p:nvPr/>
        </p:nvSpPr>
        <p:spPr>
          <a:xfrm>
            <a:off x="3113070" y="-256854"/>
            <a:ext cx="3976099" cy="3832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D5E8909-4C72-377A-A89A-19018AEE1E84}"/>
              </a:ext>
            </a:extLst>
          </p:cNvPr>
          <p:cNvSpPr/>
          <p:nvPr/>
        </p:nvSpPr>
        <p:spPr>
          <a:xfrm>
            <a:off x="5691884" y="390418"/>
            <a:ext cx="3431568" cy="34007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401D8E-E693-762B-96A2-6870F235E750}"/>
              </a:ext>
            </a:extLst>
          </p:cNvPr>
          <p:cNvSpPr txBox="1"/>
          <p:nvPr/>
        </p:nvSpPr>
        <p:spPr>
          <a:xfrm>
            <a:off x="7030948" y="398664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PC1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A2F9DEB-738F-0936-B309-5D8C68B9F255}"/>
              </a:ext>
            </a:extLst>
          </p:cNvPr>
          <p:cNvSpPr txBox="1"/>
          <p:nvPr/>
        </p:nvSpPr>
        <p:spPr>
          <a:xfrm rot="16200000">
            <a:off x="4841493" y="190612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PC2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2B2A985-9A1E-E8DB-FCCC-E20E5ABC2CD2}"/>
              </a:ext>
            </a:extLst>
          </p:cNvPr>
          <p:cNvSpPr/>
          <p:nvPr/>
        </p:nvSpPr>
        <p:spPr>
          <a:xfrm>
            <a:off x="5691884" y="4551452"/>
            <a:ext cx="3431568" cy="18955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8E0D5E8-56BB-61C8-8DA7-61B731B7B97F}"/>
              </a:ext>
            </a:extLst>
          </p:cNvPr>
          <p:cNvSpPr/>
          <p:nvPr/>
        </p:nvSpPr>
        <p:spPr>
          <a:xfrm>
            <a:off x="2960259" y="390418"/>
            <a:ext cx="1632290" cy="34007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6C3D9BF-B528-E413-27F8-0C103DE6976A}"/>
              </a:ext>
            </a:extLst>
          </p:cNvPr>
          <p:cNvSpPr txBox="1"/>
          <p:nvPr/>
        </p:nvSpPr>
        <p:spPr>
          <a:xfrm>
            <a:off x="3376294" y="3863531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Species</a:t>
            </a:r>
            <a:endParaRPr lang="pt-BR" sz="1400" dirty="0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93496575-4E30-7EF5-0CEA-D2418D914774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>
            <a:off x="7407668" y="390418"/>
            <a:ext cx="0" cy="340074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E376F70-D0DD-BE9A-2C82-B984C5BBBA8A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5691884" y="2090792"/>
            <a:ext cx="343156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0CD92485-0F4E-1B91-4FA0-D9BF2A74D40F}"/>
              </a:ext>
            </a:extLst>
          </p:cNvPr>
          <p:cNvCxnSpPr/>
          <p:nvPr/>
        </p:nvCxnSpPr>
        <p:spPr>
          <a:xfrm flipH="1" flipV="1">
            <a:off x="6036067" y="1191804"/>
            <a:ext cx="1371601" cy="898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CBC8BDDD-6A53-1043-4814-D0636794BEDD}"/>
              </a:ext>
            </a:extLst>
          </p:cNvPr>
          <p:cNvCxnSpPr>
            <a:cxnSpLocks/>
          </p:cNvCxnSpPr>
          <p:nvPr/>
        </p:nvCxnSpPr>
        <p:spPr>
          <a:xfrm flipH="1">
            <a:off x="6911156" y="2090790"/>
            <a:ext cx="496512" cy="427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A5D58406-60F0-C47F-9076-3D2A2100CD3F}"/>
              </a:ext>
            </a:extLst>
          </p:cNvPr>
          <p:cNvCxnSpPr>
            <a:cxnSpLocks/>
          </p:cNvCxnSpPr>
          <p:nvPr/>
        </p:nvCxnSpPr>
        <p:spPr>
          <a:xfrm flipV="1">
            <a:off x="7407668" y="708918"/>
            <a:ext cx="189314" cy="1381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61497AEE-8003-CB8B-FF73-8787B359AFE9}"/>
              </a:ext>
            </a:extLst>
          </p:cNvPr>
          <p:cNvCxnSpPr>
            <a:cxnSpLocks/>
          </p:cNvCxnSpPr>
          <p:nvPr/>
        </p:nvCxnSpPr>
        <p:spPr>
          <a:xfrm>
            <a:off x="7407667" y="2090790"/>
            <a:ext cx="1584274" cy="87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F05429C-2EA8-4924-361C-955455F4405C}"/>
              </a:ext>
            </a:extLst>
          </p:cNvPr>
          <p:cNvSpPr txBox="1"/>
          <p:nvPr/>
        </p:nvSpPr>
        <p:spPr>
          <a:xfrm rot="16200000">
            <a:off x="4895995" y="5345354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Species</a:t>
            </a:r>
            <a:endParaRPr lang="pt-BR" sz="1400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FD43350-93B1-E3D2-602F-69FAA7D07B21}"/>
              </a:ext>
            </a:extLst>
          </p:cNvPr>
          <p:cNvSpPr txBox="1"/>
          <p:nvPr/>
        </p:nvSpPr>
        <p:spPr>
          <a:xfrm>
            <a:off x="472611" y="390418"/>
            <a:ext cx="961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4</a:t>
            </a:r>
          </a:p>
        </p:txBody>
      </p:sp>
    </p:spTree>
    <p:extLst>
      <p:ext uri="{BB962C8B-B14F-4D97-AF65-F5344CB8AC3E}">
        <p14:creationId xmlns:p14="http://schemas.microsoft.com/office/powerpoint/2010/main" val="187485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2ABE-EE50-4D56-4FB6-F790D5AE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BC9A674-167F-9978-0042-A504704EF90D}"/>
              </a:ext>
            </a:extLst>
          </p:cNvPr>
          <p:cNvSpPr txBox="1"/>
          <p:nvPr/>
        </p:nvSpPr>
        <p:spPr>
          <a:xfrm>
            <a:off x="3113070" y="-256854"/>
            <a:ext cx="3976099" cy="3832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5D013C3-164A-DFDA-81AF-847AE884A176}"/>
              </a:ext>
            </a:extLst>
          </p:cNvPr>
          <p:cNvSpPr/>
          <p:nvPr/>
        </p:nvSpPr>
        <p:spPr>
          <a:xfrm>
            <a:off x="4756936" y="410965"/>
            <a:ext cx="3431568" cy="34007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A5364D-814D-B047-89C7-EB9F9AC03EE5}"/>
              </a:ext>
            </a:extLst>
          </p:cNvPr>
          <p:cNvSpPr txBox="1"/>
          <p:nvPr/>
        </p:nvSpPr>
        <p:spPr>
          <a:xfrm rot="16200000">
            <a:off x="2299069" y="177533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PC2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8BAC38B-F322-4773-F936-FDFE524C0915}"/>
              </a:ext>
            </a:extLst>
          </p:cNvPr>
          <p:cNvSpPr/>
          <p:nvPr/>
        </p:nvSpPr>
        <p:spPr>
          <a:xfrm>
            <a:off x="4756936" y="4084313"/>
            <a:ext cx="3431568" cy="18955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FA2C27-7EFD-491C-7343-4D01F3F89A38}"/>
              </a:ext>
            </a:extLst>
          </p:cNvPr>
          <p:cNvSpPr txBox="1"/>
          <p:nvPr/>
        </p:nvSpPr>
        <p:spPr>
          <a:xfrm>
            <a:off x="8267094" y="4084313"/>
            <a:ext cx="1177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Urbanization</a:t>
            </a:r>
            <a:endParaRPr lang="pt-BR" sz="1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14CF1A7-A552-3D1E-AB4A-B381A84B136E}"/>
              </a:ext>
            </a:extLst>
          </p:cNvPr>
          <p:cNvSpPr txBox="1"/>
          <p:nvPr/>
        </p:nvSpPr>
        <p:spPr>
          <a:xfrm>
            <a:off x="8349857" y="5110459"/>
            <a:ext cx="6428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Water</a:t>
            </a:r>
            <a:endParaRPr lang="pt-BR" sz="1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A606206-B9C4-CFE9-FFC6-0087B97A9CA7}"/>
              </a:ext>
            </a:extLst>
          </p:cNvPr>
          <p:cNvSpPr txBox="1"/>
          <p:nvPr/>
        </p:nvSpPr>
        <p:spPr>
          <a:xfrm>
            <a:off x="8381596" y="5610563"/>
            <a:ext cx="611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basin</a:t>
            </a:r>
            <a:endParaRPr lang="pt-BR" sz="14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8D419EE-4545-4B9D-79E2-70D8C03CE0AA}"/>
              </a:ext>
            </a:extLst>
          </p:cNvPr>
          <p:cNvSpPr txBox="1"/>
          <p:nvPr/>
        </p:nvSpPr>
        <p:spPr>
          <a:xfrm>
            <a:off x="8275943" y="4610355"/>
            <a:ext cx="1168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Environment</a:t>
            </a:r>
            <a:endParaRPr lang="pt-BR" sz="140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3A04122-B5E4-33A5-08BB-1E43C2E50889}"/>
              </a:ext>
            </a:extLst>
          </p:cNvPr>
          <p:cNvSpPr/>
          <p:nvPr/>
        </p:nvSpPr>
        <p:spPr>
          <a:xfrm>
            <a:off x="2915970" y="410965"/>
            <a:ext cx="1632290" cy="34007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F7D6796-632A-8886-91D0-41F93637BF91}"/>
              </a:ext>
            </a:extLst>
          </p:cNvPr>
          <p:cNvSpPr txBox="1"/>
          <p:nvPr/>
        </p:nvSpPr>
        <p:spPr>
          <a:xfrm rot="16200000">
            <a:off x="3722308" y="4246640"/>
            <a:ext cx="1177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Urbanization</a:t>
            </a:r>
            <a:endParaRPr lang="pt-BR" sz="14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AFF836-AC81-CC9D-40C4-A6F3513B7A42}"/>
              </a:ext>
            </a:extLst>
          </p:cNvPr>
          <p:cNvSpPr txBox="1"/>
          <p:nvPr/>
        </p:nvSpPr>
        <p:spPr>
          <a:xfrm rot="16200000">
            <a:off x="3207671" y="4040536"/>
            <a:ext cx="6428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Water</a:t>
            </a:r>
            <a:endParaRPr lang="pt-BR" sz="14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90C4080-1D84-4498-1F43-2B6CCAB8ADA2}"/>
              </a:ext>
            </a:extLst>
          </p:cNvPr>
          <p:cNvSpPr txBox="1"/>
          <p:nvPr/>
        </p:nvSpPr>
        <p:spPr>
          <a:xfrm rot="16200000">
            <a:off x="2832515" y="4024666"/>
            <a:ext cx="611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basin</a:t>
            </a:r>
            <a:endParaRPr lang="pt-BR" sz="14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DC05E1B-1CC6-4C5C-F3A2-0AD97991AF7E}"/>
              </a:ext>
            </a:extLst>
          </p:cNvPr>
          <p:cNvSpPr txBox="1"/>
          <p:nvPr/>
        </p:nvSpPr>
        <p:spPr>
          <a:xfrm rot="16200000">
            <a:off x="3335707" y="4277991"/>
            <a:ext cx="1168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Environment</a:t>
            </a:r>
            <a:endParaRPr lang="pt-BR" sz="1400" dirty="0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5701471-7801-89B1-8265-E9A563460DC6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>
            <a:off x="6472720" y="410965"/>
            <a:ext cx="0" cy="340074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C037ACB5-00B4-89A8-765A-71218EC9DA30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4756936" y="2111339"/>
            <a:ext cx="343156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89287B3A-FC10-E38E-8E56-6C811DCB286D}"/>
              </a:ext>
            </a:extLst>
          </p:cNvPr>
          <p:cNvCxnSpPr/>
          <p:nvPr/>
        </p:nvCxnSpPr>
        <p:spPr>
          <a:xfrm flipH="1" flipV="1">
            <a:off x="5101119" y="1212351"/>
            <a:ext cx="1371601" cy="898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BBB5ED26-8BE2-8699-5C78-6934217973AA}"/>
              </a:ext>
            </a:extLst>
          </p:cNvPr>
          <p:cNvCxnSpPr>
            <a:cxnSpLocks/>
          </p:cNvCxnSpPr>
          <p:nvPr/>
        </p:nvCxnSpPr>
        <p:spPr>
          <a:xfrm flipH="1">
            <a:off x="5976208" y="2111337"/>
            <a:ext cx="496512" cy="427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4F49FCB0-CCE9-E706-11EC-A0D910262FBC}"/>
              </a:ext>
            </a:extLst>
          </p:cNvPr>
          <p:cNvCxnSpPr>
            <a:cxnSpLocks/>
          </p:cNvCxnSpPr>
          <p:nvPr/>
        </p:nvCxnSpPr>
        <p:spPr>
          <a:xfrm flipV="1">
            <a:off x="6472720" y="729465"/>
            <a:ext cx="189314" cy="1381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D624E348-502E-4183-ED3F-2965881CAB41}"/>
              </a:ext>
            </a:extLst>
          </p:cNvPr>
          <p:cNvCxnSpPr>
            <a:cxnSpLocks/>
          </p:cNvCxnSpPr>
          <p:nvPr/>
        </p:nvCxnSpPr>
        <p:spPr>
          <a:xfrm>
            <a:off x="6472719" y="2111337"/>
            <a:ext cx="1584274" cy="87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66097E-3281-60A9-730D-3D42AAB8E792}"/>
              </a:ext>
            </a:extLst>
          </p:cNvPr>
          <p:cNvSpPr txBox="1"/>
          <p:nvPr/>
        </p:nvSpPr>
        <p:spPr>
          <a:xfrm>
            <a:off x="6096000" y="600098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PC1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FBE90AB-5F08-076A-8AC7-632C403235BA}"/>
              </a:ext>
            </a:extLst>
          </p:cNvPr>
          <p:cNvSpPr txBox="1"/>
          <p:nvPr/>
        </p:nvSpPr>
        <p:spPr>
          <a:xfrm>
            <a:off x="9801546" y="360133"/>
            <a:ext cx="1247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Functional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855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09CA0-E2B7-C25C-5A28-030BE3EC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317DDC3-ABEC-6CB7-0F53-AD2C3C252950}"/>
              </a:ext>
            </a:extLst>
          </p:cNvPr>
          <p:cNvSpPr txBox="1"/>
          <p:nvPr/>
        </p:nvSpPr>
        <p:spPr>
          <a:xfrm>
            <a:off x="3113070" y="-256854"/>
            <a:ext cx="3976099" cy="3832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23BE9D9-8D28-69A9-1FF5-6C8BD8229941}"/>
              </a:ext>
            </a:extLst>
          </p:cNvPr>
          <p:cNvSpPr/>
          <p:nvPr/>
        </p:nvSpPr>
        <p:spPr>
          <a:xfrm>
            <a:off x="6041206" y="390418"/>
            <a:ext cx="3431568" cy="34007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121435-29B4-5AF9-F7F6-5AE026F05820}"/>
              </a:ext>
            </a:extLst>
          </p:cNvPr>
          <p:cNvSpPr txBox="1"/>
          <p:nvPr/>
        </p:nvSpPr>
        <p:spPr>
          <a:xfrm>
            <a:off x="7380270" y="398664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PC1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79FABD-0B98-5D5E-8251-5B2D8B099949}"/>
              </a:ext>
            </a:extLst>
          </p:cNvPr>
          <p:cNvSpPr txBox="1"/>
          <p:nvPr/>
        </p:nvSpPr>
        <p:spPr>
          <a:xfrm rot="16200000">
            <a:off x="5190815" y="190612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PC2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7FC5850-A52F-9044-7791-E266924F27C2}"/>
              </a:ext>
            </a:extLst>
          </p:cNvPr>
          <p:cNvSpPr/>
          <p:nvPr/>
        </p:nvSpPr>
        <p:spPr>
          <a:xfrm>
            <a:off x="6041206" y="4551452"/>
            <a:ext cx="3431568" cy="18955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B57C10-DF4F-04A4-5809-AADDFE221F77}"/>
              </a:ext>
            </a:extLst>
          </p:cNvPr>
          <p:cNvSpPr txBox="1"/>
          <p:nvPr/>
        </p:nvSpPr>
        <p:spPr>
          <a:xfrm>
            <a:off x="4784155" y="4551453"/>
            <a:ext cx="1177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Urbanization</a:t>
            </a:r>
            <a:endParaRPr lang="pt-BR" sz="1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97CA20E-36F3-2E2C-EB90-5734E9A98578}"/>
              </a:ext>
            </a:extLst>
          </p:cNvPr>
          <p:cNvSpPr txBox="1"/>
          <p:nvPr/>
        </p:nvSpPr>
        <p:spPr>
          <a:xfrm>
            <a:off x="5318981" y="5603538"/>
            <a:ext cx="6428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Water</a:t>
            </a:r>
            <a:endParaRPr lang="pt-BR" sz="1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DEE60F9-CE9B-CBE4-0CD4-9946AE26D67E}"/>
              </a:ext>
            </a:extLst>
          </p:cNvPr>
          <p:cNvSpPr txBox="1"/>
          <p:nvPr/>
        </p:nvSpPr>
        <p:spPr>
          <a:xfrm>
            <a:off x="5350720" y="6077703"/>
            <a:ext cx="611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basin</a:t>
            </a:r>
            <a:endParaRPr lang="pt-BR" sz="14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B24CEAF-BEF4-F283-71E9-6D6D96ED4B46}"/>
              </a:ext>
            </a:extLst>
          </p:cNvPr>
          <p:cNvSpPr txBox="1"/>
          <p:nvPr/>
        </p:nvSpPr>
        <p:spPr>
          <a:xfrm>
            <a:off x="4793004" y="5077495"/>
            <a:ext cx="1168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Environment</a:t>
            </a:r>
            <a:endParaRPr lang="pt-BR" sz="140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C00AB3A-3D10-676F-1D78-B95784DAA394}"/>
              </a:ext>
            </a:extLst>
          </p:cNvPr>
          <p:cNvSpPr/>
          <p:nvPr/>
        </p:nvSpPr>
        <p:spPr>
          <a:xfrm>
            <a:off x="3309581" y="390418"/>
            <a:ext cx="1632290" cy="34007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763208-49A8-35F1-9D20-1BDCAD516787}"/>
              </a:ext>
            </a:extLst>
          </p:cNvPr>
          <p:cNvSpPr txBox="1"/>
          <p:nvPr/>
        </p:nvSpPr>
        <p:spPr>
          <a:xfrm rot="16200000">
            <a:off x="4115919" y="4226093"/>
            <a:ext cx="1177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Urbanization</a:t>
            </a:r>
            <a:endParaRPr lang="pt-BR" sz="14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B0BE06F-D153-43E8-FE2A-0D4277F84030}"/>
              </a:ext>
            </a:extLst>
          </p:cNvPr>
          <p:cNvSpPr txBox="1"/>
          <p:nvPr/>
        </p:nvSpPr>
        <p:spPr>
          <a:xfrm rot="16200000">
            <a:off x="3601282" y="4019989"/>
            <a:ext cx="6428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Water</a:t>
            </a:r>
            <a:endParaRPr lang="pt-BR" sz="14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6A6B1BA-CADB-46B9-CAD5-42C06F6C42E8}"/>
              </a:ext>
            </a:extLst>
          </p:cNvPr>
          <p:cNvSpPr txBox="1"/>
          <p:nvPr/>
        </p:nvSpPr>
        <p:spPr>
          <a:xfrm rot="16200000">
            <a:off x="3226126" y="4004119"/>
            <a:ext cx="611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basin</a:t>
            </a:r>
            <a:endParaRPr lang="pt-BR" sz="14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E28A371-10DA-51ED-6203-28CA758FE96C}"/>
              </a:ext>
            </a:extLst>
          </p:cNvPr>
          <p:cNvSpPr txBox="1"/>
          <p:nvPr/>
        </p:nvSpPr>
        <p:spPr>
          <a:xfrm rot="16200000">
            <a:off x="3729318" y="4257444"/>
            <a:ext cx="1168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 err="1"/>
              <a:t>Environment</a:t>
            </a:r>
            <a:endParaRPr lang="pt-BR" sz="1400" dirty="0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E2D73B1-D448-C28D-886B-037628D60888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>
            <a:off x="7756990" y="390418"/>
            <a:ext cx="0" cy="340074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A3D929B5-46C9-8EE6-DF8E-065B5C58EB4F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6041206" y="2090792"/>
            <a:ext cx="343156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014B3421-4345-64DF-7F86-D7C0854B4A2A}"/>
              </a:ext>
            </a:extLst>
          </p:cNvPr>
          <p:cNvCxnSpPr/>
          <p:nvPr/>
        </p:nvCxnSpPr>
        <p:spPr>
          <a:xfrm flipH="1" flipV="1">
            <a:off x="6385389" y="1191804"/>
            <a:ext cx="1371601" cy="898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C7EBA949-24EA-4FE3-2F5E-E4958DADD42F}"/>
              </a:ext>
            </a:extLst>
          </p:cNvPr>
          <p:cNvCxnSpPr>
            <a:cxnSpLocks/>
          </p:cNvCxnSpPr>
          <p:nvPr/>
        </p:nvCxnSpPr>
        <p:spPr>
          <a:xfrm flipH="1">
            <a:off x="7260478" y="2090790"/>
            <a:ext cx="496512" cy="427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0A78B1AC-B802-2DD3-5E8D-09E6EDDB2973}"/>
              </a:ext>
            </a:extLst>
          </p:cNvPr>
          <p:cNvCxnSpPr>
            <a:cxnSpLocks/>
          </p:cNvCxnSpPr>
          <p:nvPr/>
        </p:nvCxnSpPr>
        <p:spPr>
          <a:xfrm flipV="1">
            <a:off x="7756990" y="708918"/>
            <a:ext cx="189314" cy="1381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42C2D6F4-983A-C2E9-3398-98802EE4AD67}"/>
              </a:ext>
            </a:extLst>
          </p:cNvPr>
          <p:cNvCxnSpPr>
            <a:cxnSpLocks/>
          </p:cNvCxnSpPr>
          <p:nvPr/>
        </p:nvCxnSpPr>
        <p:spPr>
          <a:xfrm>
            <a:off x="7756989" y="2090790"/>
            <a:ext cx="1584274" cy="87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872CFFC0-0509-53DA-3F49-F9CAE69A0C1E}"/>
              </a:ext>
            </a:extLst>
          </p:cNvPr>
          <p:cNvSpPr txBox="1"/>
          <p:nvPr/>
        </p:nvSpPr>
        <p:spPr>
          <a:xfrm>
            <a:off x="472611" y="390418"/>
            <a:ext cx="12579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4</a:t>
            </a:r>
          </a:p>
          <a:p>
            <a:endParaRPr lang="pt-BR" dirty="0"/>
          </a:p>
          <a:p>
            <a:r>
              <a:rPr lang="pt-BR" dirty="0"/>
              <a:t>Alternativa</a:t>
            </a:r>
          </a:p>
        </p:txBody>
      </p:sp>
    </p:spTree>
    <p:extLst>
      <p:ext uri="{BB962C8B-B14F-4D97-AF65-F5344CB8AC3E}">
        <p14:creationId xmlns:p14="http://schemas.microsoft.com/office/powerpoint/2010/main" val="457692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131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Rodolfo Mei Pelinson</dc:creator>
  <cp:lastModifiedBy>Rodolfo Mei Pelinson</cp:lastModifiedBy>
  <cp:revision>1</cp:revision>
  <dcterms:created xsi:type="dcterms:W3CDTF">2025-05-19T14:03:10Z</dcterms:created>
  <dcterms:modified xsi:type="dcterms:W3CDTF">2025-05-19T21:15:57Z</dcterms:modified>
</cp:coreProperties>
</file>