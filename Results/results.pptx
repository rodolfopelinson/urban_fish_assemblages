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5" r:id="rId4"/>
    <p:sldId id="257" r:id="rId5"/>
    <p:sldId id="261" r:id="rId6"/>
    <p:sldId id="262" r:id="rId7"/>
    <p:sldId id="263" r:id="rId8"/>
    <p:sldId id="264" r:id="rId9"/>
    <p:sldId id="259" r:id="rId1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6B7BBE-B356-403E-A9B4-0B70584D82B8}" v="26" dt="2025-03-13T19:50:06.085"/>
    <p1510:client id="{CD42858B-8347-405B-913F-5706D85B202E}" v="6" dt="2025-03-13T12:45:39.6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49" d="100"/>
          <a:sy n="49" d="100"/>
        </p:scale>
        <p:origin x="1270"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olfo Mei Pelinson" userId="c0c8c9c7057696f0" providerId="LiveId" clId="{306B7BBE-B356-403E-A9B4-0B70584D82B8}"/>
    <pc:docChg chg="custSel addSld modSld sldOrd">
      <pc:chgData name="Rodolfo Mei Pelinson" userId="c0c8c9c7057696f0" providerId="LiveId" clId="{306B7BBE-B356-403E-A9B4-0B70584D82B8}" dt="2025-03-13T19:54:45.958" v="149" actId="207"/>
      <pc:docMkLst>
        <pc:docMk/>
      </pc:docMkLst>
      <pc:sldChg chg="addSp delSp modSp mod">
        <pc:chgData name="Rodolfo Mei Pelinson" userId="c0c8c9c7057696f0" providerId="LiveId" clId="{306B7BBE-B356-403E-A9B4-0B70584D82B8}" dt="2025-03-13T19:19:20.220" v="145" actId="478"/>
        <pc:sldMkLst>
          <pc:docMk/>
          <pc:sldMk cId="423716683" sldId="256"/>
        </pc:sldMkLst>
        <pc:spChg chg="add mod">
          <ac:chgData name="Rodolfo Mei Pelinson" userId="c0c8c9c7057696f0" providerId="LiveId" clId="{306B7BBE-B356-403E-A9B4-0B70584D82B8}" dt="2025-03-13T18:55:50.843" v="122"/>
          <ac:spMkLst>
            <pc:docMk/>
            <pc:sldMk cId="423716683" sldId="256"/>
            <ac:spMk id="2" creationId="{9F608329-CE36-12F2-832C-728E06323ABB}"/>
          </ac:spMkLst>
        </pc:spChg>
        <pc:spChg chg="add mod">
          <ac:chgData name="Rodolfo Mei Pelinson" userId="c0c8c9c7057696f0" providerId="LiveId" clId="{306B7BBE-B356-403E-A9B4-0B70584D82B8}" dt="2025-03-13T18:55:56.645" v="124" actId="1076"/>
          <ac:spMkLst>
            <pc:docMk/>
            <pc:sldMk cId="423716683" sldId="256"/>
            <ac:spMk id="3" creationId="{09B1396F-51F0-58D5-608D-D72F5B094E16}"/>
          </ac:spMkLst>
        </pc:spChg>
        <pc:spChg chg="mod">
          <ac:chgData name="Rodolfo Mei Pelinson" userId="c0c8c9c7057696f0" providerId="LiveId" clId="{306B7BBE-B356-403E-A9B4-0B70584D82B8}" dt="2025-03-13T18:29:08.404" v="1" actId="113"/>
          <ac:spMkLst>
            <pc:docMk/>
            <pc:sldMk cId="423716683" sldId="256"/>
            <ac:spMk id="40" creationId="{01EEE06E-90D4-2989-BD10-24A744BBFF16}"/>
          </ac:spMkLst>
        </pc:spChg>
        <pc:spChg chg="mod">
          <ac:chgData name="Rodolfo Mei Pelinson" userId="c0c8c9c7057696f0" providerId="LiveId" clId="{306B7BBE-B356-403E-A9B4-0B70584D82B8}" dt="2025-03-13T18:28:48.006" v="0" actId="113"/>
          <ac:spMkLst>
            <pc:docMk/>
            <pc:sldMk cId="423716683" sldId="256"/>
            <ac:spMk id="41" creationId="{263D01B0-7197-5DBF-A060-99C38E3E49EC}"/>
          </ac:spMkLst>
        </pc:spChg>
        <pc:spChg chg="del">
          <ac:chgData name="Rodolfo Mei Pelinson" userId="c0c8c9c7057696f0" providerId="LiveId" clId="{306B7BBE-B356-403E-A9B4-0B70584D82B8}" dt="2025-03-13T19:19:20.220" v="145" actId="478"/>
          <ac:spMkLst>
            <pc:docMk/>
            <pc:sldMk cId="423716683" sldId="256"/>
            <ac:spMk id="52" creationId="{F24E1CAE-35AA-5DBE-6F27-EE2D9CC758CB}"/>
          </ac:spMkLst>
        </pc:spChg>
      </pc:sldChg>
      <pc:sldChg chg="modSp mod ord">
        <pc:chgData name="Rodolfo Mei Pelinson" userId="c0c8c9c7057696f0" providerId="LiveId" clId="{306B7BBE-B356-403E-A9B4-0B70584D82B8}" dt="2025-03-13T18:57:13.317" v="144" actId="14100"/>
        <pc:sldMkLst>
          <pc:docMk/>
          <pc:sldMk cId="91368256" sldId="257"/>
        </pc:sldMkLst>
        <pc:spChg chg="mod">
          <ac:chgData name="Rodolfo Mei Pelinson" userId="c0c8c9c7057696f0" providerId="LiveId" clId="{306B7BBE-B356-403E-A9B4-0B70584D82B8}" dt="2025-03-13T18:57:13.317" v="144" actId="14100"/>
          <ac:spMkLst>
            <pc:docMk/>
            <pc:sldMk cId="91368256" sldId="257"/>
            <ac:spMk id="7" creationId="{B25AC603-805E-ED79-557C-02A31C238065}"/>
          </ac:spMkLst>
        </pc:spChg>
      </pc:sldChg>
      <pc:sldChg chg="ord">
        <pc:chgData name="Rodolfo Mei Pelinson" userId="c0c8c9c7057696f0" providerId="LiveId" clId="{306B7BBE-B356-403E-A9B4-0B70584D82B8}" dt="2025-03-13T18:54:07.778" v="76"/>
        <pc:sldMkLst>
          <pc:docMk/>
          <pc:sldMk cId="118116538" sldId="259"/>
        </pc:sldMkLst>
      </pc:sldChg>
      <pc:sldChg chg="addSp modSp mod ord">
        <pc:chgData name="Rodolfo Mei Pelinson" userId="c0c8c9c7057696f0" providerId="LiveId" clId="{306B7BBE-B356-403E-A9B4-0B70584D82B8}" dt="2025-03-13T18:55:46.893" v="121" actId="1076"/>
        <pc:sldMkLst>
          <pc:docMk/>
          <pc:sldMk cId="2356201406" sldId="260"/>
        </pc:sldMkLst>
        <pc:spChg chg="add mod">
          <ac:chgData name="Rodolfo Mei Pelinson" userId="c0c8c9c7057696f0" providerId="LiveId" clId="{306B7BBE-B356-403E-A9B4-0B70584D82B8}" dt="2025-03-13T18:55:43.748" v="119" actId="1076"/>
          <ac:spMkLst>
            <pc:docMk/>
            <pc:sldMk cId="2356201406" sldId="260"/>
            <ac:spMk id="3" creationId="{857C5879-E298-FA49-8697-A1A3FB6882F2}"/>
          </ac:spMkLst>
        </pc:spChg>
        <pc:spChg chg="add mod">
          <ac:chgData name="Rodolfo Mei Pelinson" userId="c0c8c9c7057696f0" providerId="LiveId" clId="{306B7BBE-B356-403E-A9B4-0B70584D82B8}" dt="2025-03-13T18:55:46.893" v="121" actId="1076"/>
          <ac:spMkLst>
            <pc:docMk/>
            <pc:sldMk cId="2356201406" sldId="260"/>
            <ac:spMk id="7" creationId="{ADB49EE6-29ED-2F38-C18A-15DA0DDD63F3}"/>
          </ac:spMkLst>
        </pc:spChg>
        <pc:spChg chg="mod">
          <ac:chgData name="Rodolfo Mei Pelinson" userId="c0c8c9c7057696f0" providerId="LiveId" clId="{306B7BBE-B356-403E-A9B4-0B70584D82B8}" dt="2025-03-13T18:30:02.929" v="8" actId="207"/>
          <ac:spMkLst>
            <pc:docMk/>
            <pc:sldMk cId="2356201406" sldId="260"/>
            <ac:spMk id="32" creationId="{14A5B4F0-CAFB-F7FA-1A2A-80871AE459AA}"/>
          </ac:spMkLst>
        </pc:spChg>
        <pc:spChg chg="mod">
          <ac:chgData name="Rodolfo Mei Pelinson" userId="c0c8c9c7057696f0" providerId="LiveId" clId="{306B7BBE-B356-403E-A9B4-0B70584D82B8}" dt="2025-03-13T18:29:36.616" v="4" actId="207"/>
          <ac:spMkLst>
            <pc:docMk/>
            <pc:sldMk cId="2356201406" sldId="260"/>
            <ac:spMk id="44" creationId="{2120045F-FB6B-38CC-5DE9-D490847B175C}"/>
          </ac:spMkLst>
        </pc:spChg>
        <pc:spChg chg="mod">
          <ac:chgData name="Rodolfo Mei Pelinson" userId="c0c8c9c7057696f0" providerId="LiveId" clId="{306B7BBE-B356-403E-A9B4-0B70584D82B8}" dt="2025-03-13T18:29:22.712" v="2" actId="207"/>
          <ac:spMkLst>
            <pc:docMk/>
            <pc:sldMk cId="2356201406" sldId="260"/>
            <ac:spMk id="45" creationId="{13EAC8F6-EDDA-32D8-48A3-60E4BE44935B}"/>
          </ac:spMkLst>
        </pc:spChg>
        <pc:spChg chg="mod">
          <ac:chgData name="Rodolfo Mei Pelinson" userId="c0c8c9c7057696f0" providerId="LiveId" clId="{306B7BBE-B356-403E-A9B4-0B70584D82B8}" dt="2025-03-13T18:29:25.915" v="3" actId="207"/>
          <ac:spMkLst>
            <pc:docMk/>
            <pc:sldMk cId="2356201406" sldId="260"/>
            <ac:spMk id="46" creationId="{A3AA453B-260A-9665-444B-CE7993F8E0A8}"/>
          </ac:spMkLst>
        </pc:spChg>
        <pc:spChg chg="mod">
          <ac:chgData name="Rodolfo Mei Pelinson" userId="c0c8c9c7057696f0" providerId="LiveId" clId="{306B7BBE-B356-403E-A9B4-0B70584D82B8}" dt="2025-03-13T18:29:41.936" v="5" actId="207"/>
          <ac:spMkLst>
            <pc:docMk/>
            <pc:sldMk cId="2356201406" sldId="260"/>
            <ac:spMk id="47" creationId="{74944732-3F29-B634-C157-81538A149D8B}"/>
          </ac:spMkLst>
        </pc:spChg>
        <pc:spChg chg="mod">
          <ac:chgData name="Rodolfo Mei Pelinson" userId="c0c8c9c7057696f0" providerId="LiveId" clId="{306B7BBE-B356-403E-A9B4-0B70584D82B8}" dt="2025-03-13T18:29:53.181" v="6" actId="207"/>
          <ac:spMkLst>
            <pc:docMk/>
            <pc:sldMk cId="2356201406" sldId="260"/>
            <ac:spMk id="48" creationId="{83EF72C8-88C0-8CEE-C799-B815262925D8}"/>
          </ac:spMkLst>
        </pc:spChg>
        <pc:spChg chg="mod">
          <ac:chgData name="Rodolfo Mei Pelinson" userId="c0c8c9c7057696f0" providerId="LiveId" clId="{306B7BBE-B356-403E-A9B4-0B70584D82B8}" dt="2025-03-13T18:29:56.594" v="7" actId="207"/>
          <ac:spMkLst>
            <pc:docMk/>
            <pc:sldMk cId="2356201406" sldId="260"/>
            <ac:spMk id="49" creationId="{96DE83C6-8B02-CCC5-4C34-4756380A21D8}"/>
          </ac:spMkLst>
        </pc:spChg>
      </pc:sldChg>
      <pc:sldChg chg="delSp modSp mod">
        <pc:chgData name="Rodolfo Mei Pelinson" userId="c0c8c9c7057696f0" providerId="LiveId" clId="{306B7BBE-B356-403E-A9B4-0B70584D82B8}" dt="2025-03-13T19:54:45.958" v="149" actId="207"/>
        <pc:sldMkLst>
          <pc:docMk/>
          <pc:sldMk cId="1372484861" sldId="261"/>
        </pc:sldMkLst>
        <pc:spChg chg="mod">
          <ac:chgData name="Rodolfo Mei Pelinson" userId="c0c8c9c7057696f0" providerId="LiveId" clId="{306B7BBE-B356-403E-A9B4-0B70584D82B8}" dt="2025-03-13T19:54:45.958" v="149" actId="207"/>
          <ac:spMkLst>
            <pc:docMk/>
            <pc:sldMk cId="1372484861" sldId="261"/>
            <ac:spMk id="32" creationId="{DB820FE2-C174-FD81-8914-19011D8B29C0}"/>
          </ac:spMkLst>
        </pc:spChg>
        <pc:spChg chg="del">
          <ac:chgData name="Rodolfo Mei Pelinson" userId="c0c8c9c7057696f0" providerId="LiveId" clId="{306B7BBE-B356-403E-A9B4-0B70584D82B8}" dt="2025-03-13T19:41:10.342" v="146" actId="478"/>
          <ac:spMkLst>
            <pc:docMk/>
            <pc:sldMk cId="1372484861" sldId="261"/>
            <ac:spMk id="52" creationId="{5EAF4230-F228-47E6-5666-F18D069D18E4}"/>
          </ac:spMkLst>
        </pc:spChg>
      </pc:sldChg>
      <pc:sldChg chg="addSp delSp modSp mod">
        <pc:chgData name="Rodolfo Mei Pelinson" userId="c0c8c9c7057696f0" providerId="LiveId" clId="{306B7BBE-B356-403E-A9B4-0B70584D82B8}" dt="2025-03-13T19:50:06.085" v="148"/>
        <pc:sldMkLst>
          <pc:docMk/>
          <pc:sldMk cId="3859977909" sldId="262"/>
        </pc:sldMkLst>
        <pc:spChg chg="mod">
          <ac:chgData name="Rodolfo Mei Pelinson" userId="c0c8c9c7057696f0" providerId="LiveId" clId="{306B7BBE-B356-403E-A9B4-0B70584D82B8}" dt="2025-03-13T18:43:11.210" v="28" actId="1076"/>
          <ac:spMkLst>
            <pc:docMk/>
            <pc:sldMk cId="3859977909" sldId="262"/>
            <ac:spMk id="2" creationId="{6B3AB6C9-A3FB-F379-8046-F0B16F5E080F}"/>
          </ac:spMkLst>
        </pc:spChg>
        <pc:spChg chg="add mod">
          <ac:chgData name="Rodolfo Mei Pelinson" userId="c0c8c9c7057696f0" providerId="LiveId" clId="{306B7BBE-B356-403E-A9B4-0B70584D82B8}" dt="2025-03-13T19:50:06.085" v="148"/>
          <ac:spMkLst>
            <pc:docMk/>
            <pc:sldMk cId="3859977909" sldId="262"/>
            <ac:spMk id="7" creationId="{9EC4D81C-34AC-994A-726F-0D41ED5331FC}"/>
          </ac:spMkLst>
        </pc:spChg>
        <pc:spChg chg="mod">
          <ac:chgData name="Rodolfo Mei Pelinson" userId="c0c8c9c7057696f0" providerId="LiveId" clId="{306B7BBE-B356-403E-A9B4-0B70584D82B8}" dt="2025-03-13T18:41:14.766" v="14" actId="20577"/>
          <ac:spMkLst>
            <pc:docMk/>
            <pc:sldMk cId="3859977909" sldId="262"/>
            <ac:spMk id="18" creationId="{499B459B-7540-1DFB-B9EA-0AB202066980}"/>
          </ac:spMkLst>
        </pc:spChg>
        <pc:spChg chg="mod">
          <ac:chgData name="Rodolfo Mei Pelinson" userId="c0c8c9c7057696f0" providerId="LiveId" clId="{306B7BBE-B356-403E-A9B4-0B70584D82B8}" dt="2025-03-13T18:42:20.664" v="21"/>
          <ac:spMkLst>
            <pc:docMk/>
            <pc:sldMk cId="3859977909" sldId="262"/>
            <ac:spMk id="19" creationId="{723B3A2A-7119-3790-3DCE-6A11DF128084}"/>
          </ac:spMkLst>
        </pc:spChg>
        <pc:spChg chg="mod">
          <ac:chgData name="Rodolfo Mei Pelinson" userId="c0c8c9c7057696f0" providerId="LiveId" clId="{306B7BBE-B356-403E-A9B4-0B70584D82B8}" dt="2025-03-13T18:41:30.333" v="17" actId="20577"/>
          <ac:spMkLst>
            <pc:docMk/>
            <pc:sldMk cId="3859977909" sldId="262"/>
            <ac:spMk id="20" creationId="{6088EA01-D24B-AC4A-997B-3D3A8B4C5524}"/>
          </ac:spMkLst>
        </pc:spChg>
        <pc:spChg chg="mod">
          <ac:chgData name="Rodolfo Mei Pelinson" userId="c0c8c9c7057696f0" providerId="LiveId" clId="{306B7BBE-B356-403E-A9B4-0B70584D82B8}" dt="2025-03-13T18:43:07.763" v="27" actId="1076"/>
          <ac:spMkLst>
            <pc:docMk/>
            <pc:sldMk cId="3859977909" sldId="262"/>
            <ac:spMk id="21" creationId="{2A2FC4BA-8951-F96F-46D9-5DC41B16C120}"/>
          </ac:spMkLst>
        </pc:spChg>
        <pc:spChg chg="mod">
          <ac:chgData name="Rodolfo Mei Pelinson" userId="c0c8c9c7057696f0" providerId="LiveId" clId="{306B7BBE-B356-403E-A9B4-0B70584D82B8}" dt="2025-03-13T18:42:37.097" v="23"/>
          <ac:spMkLst>
            <pc:docMk/>
            <pc:sldMk cId="3859977909" sldId="262"/>
            <ac:spMk id="22" creationId="{28473B12-0592-922B-58F2-BE5D2B223C3A}"/>
          </ac:spMkLst>
        </pc:spChg>
        <pc:spChg chg="mod">
          <ac:chgData name="Rodolfo Mei Pelinson" userId="c0c8c9c7057696f0" providerId="LiveId" clId="{306B7BBE-B356-403E-A9B4-0B70584D82B8}" dt="2025-03-13T18:51:24.991" v="66" actId="20577"/>
          <ac:spMkLst>
            <pc:docMk/>
            <pc:sldMk cId="3859977909" sldId="262"/>
            <ac:spMk id="30" creationId="{7B0EBC34-83CE-89A4-C7D2-0BAE180330CD}"/>
          </ac:spMkLst>
        </pc:spChg>
        <pc:spChg chg="mod">
          <ac:chgData name="Rodolfo Mei Pelinson" userId="c0c8c9c7057696f0" providerId="LiveId" clId="{306B7BBE-B356-403E-A9B4-0B70584D82B8}" dt="2025-03-13T18:52:25.286" v="70" actId="20577"/>
          <ac:spMkLst>
            <pc:docMk/>
            <pc:sldMk cId="3859977909" sldId="262"/>
            <ac:spMk id="31" creationId="{02FB9499-B911-9711-B5F0-C0E6B3B3C0C9}"/>
          </ac:spMkLst>
        </pc:spChg>
        <pc:spChg chg="mod">
          <ac:chgData name="Rodolfo Mei Pelinson" userId="c0c8c9c7057696f0" providerId="LiveId" clId="{306B7BBE-B356-403E-A9B4-0B70584D82B8}" dt="2025-03-13T18:47:35.505" v="44"/>
          <ac:spMkLst>
            <pc:docMk/>
            <pc:sldMk cId="3859977909" sldId="262"/>
            <ac:spMk id="32" creationId="{986D16B1-8F79-69C9-C7BC-CBCFB00F1F0A}"/>
          </ac:spMkLst>
        </pc:spChg>
        <pc:spChg chg="mod">
          <ac:chgData name="Rodolfo Mei Pelinson" userId="c0c8c9c7057696f0" providerId="LiveId" clId="{306B7BBE-B356-403E-A9B4-0B70584D82B8}" dt="2025-03-13T18:51:39.258" v="68" actId="20577"/>
          <ac:spMkLst>
            <pc:docMk/>
            <pc:sldMk cId="3859977909" sldId="262"/>
            <ac:spMk id="33" creationId="{696F4B82-77A0-B69F-C62A-8B953CA892BF}"/>
          </ac:spMkLst>
        </pc:spChg>
        <pc:spChg chg="mod">
          <ac:chgData name="Rodolfo Mei Pelinson" userId="c0c8c9c7057696f0" providerId="LiveId" clId="{306B7BBE-B356-403E-A9B4-0B70584D82B8}" dt="2025-03-13T18:48:09.537" v="48"/>
          <ac:spMkLst>
            <pc:docMk/>
            <pc:sldMk cId="3859977909" sldId="262"/>
            <ac:spMk id="34" creationId="{B6B476D3-D6B2-B855-CE4A-693BCD10CE26}"/>
          </ac:spMkLst>
        </pc:spChg>
        <pc:spChg chg="mod">
          <ac:chgData name="Rodolfo Mei Pelinson" userId="c0c8c9c7057696f0" providerId="LiveId" clId="{306B7BBE-B356-403E-A9B4-0B70584D82B8}" dt="2025-03-13T18:52:39.859" v="72" actId="20577"/>
          <ac:spMkLst>
            <pc:docMk/>
            <pc:sldMk cId="3859977909" sldId="262"/>
            <ac:spMk id="35" creationId="{A633DA6F-2631-ADE5-91F9-C34CB79787DC}"/>
          </ac:spMkLst>
        </pc:spChg>
        <pc:spChg chg="mod">
          <ac:chgData name="Rodolfo Mei Pelinson" userId="c0c8c9c7057696f0" providerId="LiveId" clId="{306B7BBE-B356-403E-A9B4-0B70584D82B8}" dt="2025-03-13T18:46:04.786" v="40"/>
          <ac:spMkLst>
            <pc:docMk/>
            <pc:sldMk cId="3859977909" sldId="262"/>
            <ac:spMk id="39" creationId="{169E9D6E-3998-021A-094C-3F73BB151521}"/>
          </ac:spMkLst>
        </pc:spChg>
        <pc:spChg chg="mod">
          <ac:chgData name="Rodolfo Mei Pelinson" userId="c0c8c9c7057696f0" providerId="LiveId" clId="{306B7BBE-B356-403E-A9B4-0B70584D82B8}" dt="2025-03-13T18:53:04.163" v="74" actId="20577"/>
          <ac:spMkLst>
            <pc:docMk/>
            <pc:sldMk cId="3859977909" sldId="262"/>
            <ac:spMk id="40" creationId="{195C7FB3-AE7C-7CBC-C7FA-03FAFFBA9004}"/>
          </ac:spMkLst>
        </pc:spChg>
        <pc:spChg chg="mod">
          <ac:chgData name="Rodolfo Mei Pelinson" userId="c0c8c9c7057696f0" providerId="LiveId" clId="{306B7BBE-B356-403E-A9B4-0B70584D82B8}" dt="2025-03-13T18:43:52.867" v="32" actId="113"/>
          <ac:spMkLst>
            <pc:docMk/>
            <pc:sldMk cId="3859977909" sldId="262"/>
            <ac:spMk id="41" creationId="{F2C43F56-DB52-478D-8466-E10EEF088DC6}"/>
          </ac:spMkLst>
        </pc:spChg>
        <pc:spChg chg="mod">
          <ac:chgData name="Rodolfo Mei Pelinson" userId="c0c8c9c7057696f0" providerId="LiveId" clId="{306B7BBE-B356-403E-A9B4-0B70584D82B8}" dt="2025-03-13T18:44:31.056" v="34"/>
          <ac:spMkLst>
            <pc:docMk/>
            <pc:sldMk cId="3859977909" sldId="262"/>
            <ac:spMk id="44" creationId="{D867988C-D63C-A410-2E45-D14BDC201B61}"/>
          </ac:spMkLst>
        </pc:spChg>
        <pc:spChg chg="mod">
          <ac:chgData name="Rodolfo Mei Pelinson" userId="c0c8c9c7057696f0" providerId="LiveId" clId="{306B7BBE-B356-403E-A9B4-0B70584D82B8}" dt="2025-03-13T18:49:18.125" v="56" actId="207"/>
          <ac:spMkLst>
            <pc:docMk/>
            <pc:sldMk cId="3859977909" sldId="262"/>
            <ac:spMk id="45" creationId="{D27D24E0-C00D-0F4C-BD80-1B02FC38EC0B}"/>
          </ac:spMkLst>
        </pc:spChg>
        <pc:spChg chg="mod">
          <ac:chgData name="Rodolfo Mei Pelinson" userId="c0c8c9c7057696f0" providerId="LiveId" clId="{306B7BBE-B356-403E-A9B4-0B70584D82B8}" dt="2025-03-13T18:45:39.194" v="38"/>
          <ac:spMkLst>
            <pc:docMk/>
            <pc:sldMk cId="3859977909" sldId="262"/>
            <ac:spMk id="46" creationId="{188F957C-A387-8A84-0A15-456C37339EFA}"/>
          </ac:spMkLst>
        </pc:spChg>
        <pc:spChg chg="mod">
          <ac:chgData name="Rodolfo Mei Pelinson" userId="c0c8c9c7057696f0" providerId="LiveId" clId="{306B7BBE-B356-403E-A9B4-0B70584D82B8}" dt="2025-03-13T18:49:28.094" v="59" actId="207"/>
          <ac:spMkLst>
            <pc:docMk/>
            <pc:sldMk cId="3859977909" sldId="262"/>
            <ac:spMk id="47" creationId="{0BDE0AA7-A66A-0521-0F22-13565B2C6824}"/>
          </ac:spMkLst>
        </pc:spChg>
        <pc:spChg chg="mod">
          <ac:chgData name="Rodolfo Mei Pelinson" userId="c0c8c9c7057696f0" providerId="LiveId" clId="{306B7BBE-B356-403E-A9B4-0B70584D82B8}" dt="2025-03-13T18:49:21.976" v="57" actId="207"/>
          <ac:spMkLst>
            <pc:docMk/>
            <pc:sldMk cId="3859977909" sldId="262"/>
            <ac:spMk id="48" creationId="{9349D03D-B45E-BC68-3A89-BDFD1A6DD3ED}"/>
          </ac:spMkLst>
        </pc:spChg>
        <pc:spChg chg="mod">
          <ac:chgData name="Rodolfo Mei Pelinson" userId="c0c8c9c7057696f0" providerId="LiveId" clId="{306B7BBE-B356-403E-A9B4-0B70584D82B8}" dt="2025-03-13T18:49:25.201" v="58" actId="207"/>
          <ac:spMkLst>
            <pc:docMk/>
            <pc:sldMk cId="3859977909" sldId="262"/>
            <ac:spMk id="49" creationId="{1D35BCA6-EB13-2189-7742-A00866401530}"/>
          </ac:spMkLst>
        </pc:spChg>
        <pc:spChg chg="mod">
          <ac:chgData name="Rodolfo Mei Pelinson" userId="c0c8c9c7057696f0" providerId="LiveId" clId="{306B7BBE-B356-403E-A9B4-0B70584D82B8}" dt="2025-03-13T18:49:11.195" v="55" actId="20577"/>
          <ac:spMkLst>
            <pc:docMk/>
            <pc:sldMk cId="3859977909" sldId="262"/>
            <ac:spMk id="50" creationId="{4CF40CF8-FB0B-4E18-0DC8-C4548DBA6BD7}"/>
          </ac:spMkLst>
        </pc:spChg>
        <pc:spChg chg="del mod">
          <ac:chgData name="Rodolfo Mei Pelinson" userId="c0c8c9c7057696f0" providerId="LiveId" clId="{306B7BBE-B356-403E-A9B4-0B70584D82B8}" dt="2025-03-13T19:41:13.482" v="147" actId="478"/>
          <ac:spMkLst>
            <pc:docMk/>
            <pc:sldMk cId="3859977909" sldId="262"/>
            <ac:spMk id="52" creationId="{80C64F00-CC96-7E36-E549-3A22BFCD8CBC}"/>
          </ac:spMkLst>
        </pc:spChg>
      </pc:sldChg>
      <pc:sldChg chg="delSp new mod">
        <pc:chgData name="Rodolfo Mei Pelinson" userId="c0c8c9c7057696f0" providerId="LiveId" clId="{306B7BBE-B356-403E-A9B4-0B70584D82B8}" dt="2025-03-13T18:54:45.056" v="83" actId="478"/>
        <pc:sldMkLst>
          <pc:docMk/>
          <pc:sldMk cId="3089053457" sldId="263"/>
        </pc:sldMkLst>
        <pc:spChg chg="del">
          <ac:chgData name="Rodolfo Mei Pelinson" userId="c0c8c9c7057696f0" providerId="LiveId" clId="{306B7BBE-B356-403E-A9B4-0B70584D82B8}" dt="2025-03-13T18:54:45.056" v="83" actId="478"/>
          <ac:spMkLst>
            <pc:docMk/>
            <pc:sldMk cId="3089053457" sldId="263"/>
            <ac:spMk id="2" creationId="{F5EB72AE-6907-71AC-679E-EB3CF94F6C4D}"/>
          </ac:spMkLst>
        </pc:spChg>
        <pc:spChg chg="del">
          <ac:chgData name="Rodolfo Mei Pelinson" userId="c0c8c9c7057696f0" providerId="LiveId" clId="{306B7BBE-B356-403E-A9B4-0B70584D82B8}" dt="2025-03-13T18:54:43.261" v="82" actId="478"/>
          <ac:spMkLst>
            <pc:docMk/>
            <pc:sldMk cId="3089053457" sldId="263"/>
            <ac:spMk id="3" creationId="{0176A1A5-26DA-6FDD-65BF-35CA4B30447B}"/>
          </ac:spMkLst>
        </pc:spChg>
      </pc:sldChg>
      <pc:sldChg chg="delSp new mod">
        <pc:chgData name="Rodolfo Mei Pelinson" userId="c0c8c9c7057696f0" providerId="LiveId" clId="{306B7BBE-B356-403E-A9B4-0B70584D82B8}" dt="2025-03-13T18:54:52.621" v="86" actId="478"/>
        <pc:sldMkLst>
          <pc:docMk/>
          <pc:sldMk cId="1396269293" sldId="264"/>
        </pc:sldMkLst>
        <pc:spChg chg="del">
          <ac:chgData name="Rodolfo Mei Pelinson" userId="c0c8c9c7057696f0" providerId="LiveId" clId="{306B7BBE-B356-403E-A9B4-0B70584D82B8}" dt="2025-03-13T18:54:50.079" v="85" actId="478"/>
          <ac:spMkLst>
            <pc:docMk/>
            <pc:sldMk cId="1396269293" sldId="264"/>
            <ac:spMk id="2" creationId="{6E560994-1DF4-C028-7A3D-DD7D45569417}"/>
          </ac:spMkLst>
        </pc:spChg>
        <pc:spChg chg="del">
          <ac:chgData name="Rodolfo Mei Pelinson" userId="c0c8c9c7057696f0" providerId="LiveId" clId="{306B7BBE-B356-403E-A9B4-0B70584D82B8}" dt="2025-03-13T18:54:52.621" v="86" actId="478"/>
          <ac:spMkLst>
            <pc:docMk/>
            <pc:sldMk cId="1396269293" sldId="264"/>
            <ac:spMk id="3" creationId="{A625B8F4-D3DC-281D-857B-A47ECB95BE5B}"/>
          </ac:spMkLst>
        </pc:spChg>
      </pc:sldChg>
      <pc:sldChg chg="addSp delSp modSp new mod">
        <pc:chgData name="Rodolfo Mei Pelinson" userId="c0c8c9c7057696f0" providerId="LiveId" clId="{306B7BBE-B356-403E-A9B4-0B70584D82B8}" dt="2025-03-13T18:56:58.321" v="140" actId="404"/>
        <pc:sldMkLst>
          <pc:docMk/>
          <pc:sldMk cId="3451104844" sldId="265"/>
        </pc:sldMkLst>
        <pc:spChg chg="del">
          <ac:chgData name="Rodolfo Mei Pelinson" userId="c0c8c9c7057696f0" providerId="LiveId" clId="{306B7BBE-B356-403E-A9B4-0B70584D82B8}" dt="2025-03-13T18:56:30.558" v="128" actId="478"/>
          <ac:spMkLst>
            <pc:docMk/>
            <pc:sldMk cId="3451104844" sldId="265"/>
            <ac:spMk id="2" creationId="{9AADCE5C-5F4F-30A2-ABD8-8758CEE71251}"/>
          </ac:spMkLst>
        </pc:spChg>
        <pc:spChg chg="del">
          <ac:chgData name="Rodolfo Mei Pelinson" userId="c0c8c9c7057696f0" providerId="LiveId" clId="{306B7BBE-B356-403E-A9B4-0B70584D82B8}" dt="2025-03-13T18:56:32.142" v="129" actId="478"/>
          <ac:spMkLst>
            <pc:docMk/>
            <pc:sldMk cId="3451104844" sldId="265"/>
            <ac:spMk id="3" creationId="{B9C37F06-56FF-C014-E0E9-A4F8C3555F94}"/>
          </ac:spMkLst>
        </pc:spChg>
        <pc:spChg chg="add del mod">
          <ac:chgData name="Rodolfo Mei Pelinson" userId="c0c8c9c7057696f0" providerId="LiveId" clId="{306B7BBE-B356-403E-A9B4-0B70584D82B8}" dt="2025-03-13T18:56:34.107" v="131" actId="478"/>
          <ac:spMkLst>
            <pc:docMk/>
            <pc:sldMk cId="3451104844" sldId="265"/>
            <ac:spMk id="4" creationId="{9E11617C-277D-BEA9-F79D-AA97E28A2DB6}"/>
          </ac:spMkLst>
        </pc:spChg>
        <pc:spChg chg="add mod">
          <ac:chgData name="Rodolfo Mei Pelinson" userId="c0c8c9c7057696f0" providerId="LiveId" clId="{306B7BBE-B356-403E-A9B4-0B70584D82B8}" dt="2025-03-13T18:56:58.321" v="140" actId="404"/>
          <ac:spMkLst>
            <pc:docMk/>
            <pc:sldMk cId="3451104844" sldId="265"/>
            <ac:spMk id="5" creationId="{33ABF601-B120-7728-39AA-7A73618FF4FB}"/>
          </ac:spMkLst>
        </pc:spChg>
      </pc:sldChg>
    </pc:docChg>
  </pc:docChgLst>
  <pc:docChgLst>
    <pc:chgData name="Rodolfo Mei Pelinson" userId="c0c8c9c7057696f0" providerId="LiveId" clId="{CD42858B-8347-405B-913F-5706D85B202E}"/>
    <pc:docChg chg="undo custSel addSld delSld modSld sldOrd">
      <pc:chgData name="Rodolfo Mei Pelinson" userId="c0c8c9c7057696f0" providerId="LiveId" clId="{CD42858B-8347-405B-913F-5706D85B202E}" dt="2025-03-13T13:21:15.560" v="613" actId="20577"/>
      <pc:docMkLst>
        <pc:docMk/>
      </pc:docMkLst>
      <pc:sldChg chg="modSp mod ord">
        <pc:chgData name="Rodolfo Mei Pelinson" userId="c0c8c9c7057696f0" providerId="LiveId" clId="{CD42858B-8347-405B-913F-5706D85B202E}" dt="2025-03-13T12:51:27.902" v="423" actId="207"/>
        <pc:sldMkLst>
          <pc:docMk/>
          <pc:sldMk cId="423716683" sldId="256"/>
        </pc:sldMkLst>
        <pc:spChg chg="mod">
          <ac:chgData name="Rodolfo Mei Pelinson" userId="c0c8c9c7057696f0" providerId="LiveId" clId="{CD42858B-8347-405B-913F-5706D85B202E}" dt="2025-03-13T12:48:59.755" v="411" actId="20577"/>
          <ac:spMkLst>
            <pc:docMk/>
            <pc:sldMk cId="423716683" sldId="256"/>
            <ac:spMk id="10" creationId="{AF51B473-4180-30B2-A56B-48F487C5217C}"/>
          </ac:spMkLst>
        </pc:spChg>
        <pc:spChg chg="mod">
          <ac:chgData name="Rodolfo Mei Pelinson" userId="c0c8c9c7057696f0" providerId="LiveId" clId="{CD42858B-8347-405B-913F-5706D85B202E}" dt="2025-03-13T12:51:18.101" v="420" actId="207"/>
          <ac:spMkLst>
            <pc:docMk/>
            <pc:sldMk cId="423716683" sldId="256"/>
            <ac:spMk id="46" creationId="{8BC4B06B-DE87-5FCB-B69B-D0069BF14331}"/>
          </ac:spMkLst>
        </pc:spChg>
        <pc:spChg chg="mod">
          <ac:chgData name="Rodolfo Mei Pelinson" userId="c0c8c9c7057696f0" providerId="LiveId" clId="{CD42858B-8347-405B-913F-5706D85B202E}" dt="2025-03-13T12:51:25.238" v="422" actId="207"/>
          <ac:spMkLst>
            <pc:docMk/>
            <pc:sldMk cId="423716683" sldId="256"/>
            <ac:spMk id="47" creationId="{6CC86EB7-94BB-F703-1331-440C221DFB80}"/>
          </ac:spMkLst>
        </pc:spChg>
        <pc:spChg chg="mod">
          <ac:chgData name="Rodolfo Mei Pelinson" userId="c0c8c9c7057696f0" providerId="LiveId" clId="{CD42858B-8347-405B-913F-5706D85B202E}" dt="2025-03-13T12:51:22.906" v="421" actId="207"/>
          <ac:spMkLst>
            <pc:docMk/>
            <pc:sldMk cId="423716683" sldId="256"/>
            <ac:spMk id="49" creationId="{82967A90-EA65-0896-275F-2240CCFEB898}"/>
          </ac:spMkLst>
        </pc:spChg>
        <pc:spChg chg="mod">
          <ac:chgData name="Rodolfo Mei Pelinson" userId="c0c8c9c7057696f0" providerId="LiveId" clId="{CD42858B-8347-405B-913F-5706D85B202E}" dt="2025-03-13T12:51:27.902" v="423" actId="207"/>
          <ac:spMkLst>
            <pc:docMk/>
            <pc:sldMk cId="423716683" sldId="256"/>
            <ac:spMk id="50" creationId="{4C9B3F9D-BEED-090D-4E64-4512BBB1F7A0}"/>
          </ac:spMkLst>
        </pc:spChg>
        <pc:spChg chg="mod">
          <ac:chgData name="Rodolfo Mei Pelinson" userId="c0c8c9c7057696f0" providerId="LiveId" clId="{CD42858B-8347-405B-913F-5706D85B202E}" dt="2025-03-13T11:51:49.612" v="2" actId="1076"/>
          <ac:spMkLst>
            <pc:docMk/>
            <pc:sldMk cId="423716683" sldId="256"/>
            <ac:spMk id="52" creationId="{F24E1CAE-35AA-5DBE-6F27-EE2D9CC758CB}"/>
          </ac:spMkLst>
        </pc:spChg>
      </pc:sldChg>
      <pc:sldChg chg="modSp mod ord">
        <pc:chgData name="Rodolfo Mei Pelinson" userId="c0c8c9c7057696f0" providerId="LiveId" clId="{CD42858B-8347-405B-913F-5706D85B202E}" dt="2025-03-13T12:33:04.573" v="331"/>
        <pc:sldMkLst>
          <pc:docMk/>
          <pc:sldMk cId="91368256" sldId="257"/>
        </pc:sldMkLst>
        <pc:spChg chg="mod">
          <ac:chgData name="Rodolfo Mei Pelinson" userId="c0c8c9c7057696f0" providerId="LiveId" clId="{CD42858B-8347-405B-913F-5706D85B202E}" dt="2025-03-13T11:51:44.957" v="1" actId="14100"/>
          <ac:spMkLst>
            <pc:docMk/>
            <pc:sldMk cId="91368256" sldId="257"/>
            <ac:spMk id="7" creationId="{B25AC603-805E-ED79-557C-02A31C238065}"/>
          </ac:spMkLst>
        </pc:spChg>
      </pc:sldChg>
      <pc:sldChg chg="modSp mod ord">
        <pc:chgData name="Rodolfo Mei Pelinson" userId="c0c8c9c7057696f0" providerId="LiveId" clId="{CD42858B-8347-405B-913F-5706D85B202E}" dt="2025-03-13T12:51:55.355" v="435"/>
        <pc:sldMkLst>
          <pc:docMk/>
          <pc:sldMk cId="118116538" sldId="259"/>
        </pc:sldMkLst>
        <pc:spChg chg="mod">
          <ac:chgData name="Rodolfo Mei Pelinson" userId="c0c8c9c7057696f0" providerId="LiveId" clId="{CD42858B-8347-405B-913F-5706D85B202E}" dt="2025-03-13T12:51:49.520" v="431" actId="20577"/>
          <ac:spMkLst>
            <pc:docMk/>
            <pc:sldMk cId="118116538" sldId="259"/>
            <ac:spMk id="7" creationId="{19C1B3C0-46E7-BB5D-0EFF-8F63FF9B186F}"/>
          </ac:spMkLst>
        </pc:spChg>
      </pc:sldChg>
      <pc:sldChg chg="addSp delSp modSp add mod">
        <pc:chgData name="Rodolfo Mei Pelinson" userId="c0c8c9c7057696f0" providerId="LiveId" clId="{CD42858B-8347-405B-913F-5706D85B202E}" dt="2025-03-13T12:49:12.617" v="419" actId="20577"/>
        <pc:sldMkLst>
          <pc:docMk/>
          <pc:sldMk cId="2356201406" sldId="260"/>
        </pc:sldMkLst>
        <pc:spChg chg="add mod">
          <ac:chgData name="Rodolfo Mei Pelinson" userId="c0c8c9c7057696f0" providerId="LiveId" clId="{CD42858B-8347-405B-913F-5706D85B202E}" dt="2025-03-13T12:20:02.075" v="187" actId="20577"/>
          <ac:spMkLst>
            <pc:docMk/>
            <pc:sldMk cId="2356201406" sldId="260"/>
            <ac:spMk id="2" creationId="{ACFFD2AC-B5E4-41B5-2C70-862E3AF6A140}"/>
          </ac:spMkLst>
        </pc:spChg>
        <pc:spChg chg="mod">
          <ac:chgData name="Rodolfo Mei Pelinson" userId="c0c8c9c7057696f0" providerId="LiveId" clId="{CD42858B-8347-405B-913F-5706D85B202E}" dt="2025-03-13T12:49:12.617" v="419" actId="20577"/>
          <ac:spMkLst>
            <pc:docMk/>
            <pc:sldMk cId="2356201406" sldId="260"/>
            <ac:spMk id="10" creationId="{C9024B43-9169-7C04-B170-5BF3AFCB1730}"/>
          </ac:spMkLst>
        </pc:spChg>
        <pc:spChg chg="mod">
          <ac:chgData name="Rodolfo Mei Pelinson" userId="c0c8c9c7057696f0" providerId="LiveId" clId="{CD42858B-8347-405B-913F-5706D85B202E}" dt="2025-03-13T12:19:23.274" v="157" actId="20577"/>
          <ac:spMkLst>
            <pc:docMk/>
            <pc:sldMk cId="2356201406" sldId="260"/>
            <ac:spMk id="18" creationId="{88EC278B-12DB-597E-6C03-EDDF3B3B2B79}"/>
          </ac:spMkLst>
        </pc:spChg>
        <pc:spChg chg="mod">
          <ac:chgData name="Rodolfo Mei Pelinson" userId="c0c8c9c7057696f0" providerId="LiveId" clId="{CD42858B-8347-405B-913F-5706D85B202E}" dt="2025-03-13T12:19:46.774" v="175" actId="20577"/>
          <ac:spMkLst>
            <pc:docMk/>
            <pc:sldMk cId="2356201406" sldId="260"/>
            <ac:spMk id="19" creationId="{AC7E9242-FEAB-18D7-6B4E-5633F8E35491}"/>
          </ac:spMkLst>
        </pc:spChg>
        <pc:spChg chg="mod">
          <ac:chgData name="Rodolfo Mei Pelinson" userId="c0c8c9c7057696f0" providerId="LiveId" clId="{CD42858B-8347-405B-913F-5706D85B202E}" dt="2025-03-13T12:19:31.350" v="163" actId="20577"/>
          <ac:spMkLst>
            <pc:docMk/>
            <pc:sldMk cId="2356201406" sldId="260"/>
            <ac:spMk id="20" creationId="{1D306557-6EBF-1A95-006B-E52981105765}"/>
          </ac:spMkLst>
        </pc:spChg>
        <pc:spChg chg="mod">
          <ac:chgData name="Rodolfo Mei Pelinson" userId="c0c8c9c7057696f0" providerId="LiveId" clId="{CD42858B-8347-405B-913F-5706D85B202E}" dt="2025-03-13T12:19:36.588" v="169" actId="20577"/>
          <ac:spMkLst>
            <pc:docMk/>
            <pc:sldMk cId="2356201406" sldId="260"/>
            <ac:spMk id="21" creationId="{2808653F-7784-947F-6CC1-9530CB8665B1}"/>
          </ac:spMkLst>
        </pc:spChg>
        <pc:spChg chg="add del mod">
          <ac:chgData name="Rodolfo Mei Pelinson" userId="c0c8c9c7057696f0" providerId="LiveId" clId="{CD42858B-8347-405B-913F-5706D85B202E}" dt="2025-03-13T12:19:56.074" v="181" actId="20577"/>
          <ac:spMkLst>
            <pc:docMk/>
            <pc:sldMk cId="2356201406" sldId="260"/>
            <ac:spMk id="22" creationId="{E412735A-AEEC-0C52-7EC4-1DC5EDBA7780}"/>
          </ac:spMkLst>
        </pc:spChg>
        <pc:spChg chg="del mod">
          <ac:chgData name="Rodolfo Mei Pelinson" userId="c0c8c9c7057696f0" providerId="LiveId" clId="{CD42858B-8347-405B-913F-5706D85B202E}" dt="2025-03-13T12:02:35.139" v="120"/>
          <ac:spMkLst>
            <pc:docMk/>
            <pc:sldMk cId="2356201406" sldId="260"/>
            <ac:spMk id="23" creationId="{4B281920-0075-F281-4F7E-29E0B2B48AA9}"/>
          </ac:spMkLst>
        </pc:spChg>
        <pc:spChg chg="mod">
          <ac:chgData name="Rodolfo Mei Pelinson" userId="c0c8c9c7057696f0" providerId="LiveId" clId="{CD42858B-8347-405B-913F-5706D85B202E}" dt="2025-03-13T11:52:19.268" v="12" actId="20577"/>
          <ac:spMkLst>
            <pc:docMk/>
            <pc:sldMk cId="2356201406" sldId="260"/>
            <ac:spMk id="24" creationId="{4EBC5F8C-EF13-B905-ABA4-A49958F64974}"/>
          </ac:spMkLst>
        </pc:spChg>
        <pc:spChg chg="mod">
          <ac:chgData name="Rodolfo Mei Pelinson" userId="c0c8c9c7057696f0" providerId="LiveId" clId="{CD42858B-8347-405B-913F-5706D85B202E}" dt="2025-03-13T11:52:21.943" v="16" actId="20577"/>
          <ac:spMkLst>
            <pc:docMk/>
            <pc:sldMk cId="2356201406" sldId="260"/>
            <ac:spMk id="25" creationId="{D5F10163-87B7-A303-74B9-6DEA89A94638}"/>
          </ac:spMkLst>
        </pc:spChg>
        <pc:spChg chg="mod">
          <ac:chgData name="Rodolfo Mei Pelinson" userId="c0c8c9c7057696f0" providerId="LiveId" clId="{CD42858B-8347-405B-913F-5706D85B202E}" dt="2025-03-13T11:52:26.468" v="27" actId="20577"/>
          <ac:spMkLst>
            <pc:docMk/>
            <pc:sldMk cId="2356201406" sldId="260"/>
            <ac:spMk id="26" creationId="{DDFE6E02-0ED3-CFF5-1748-380604A187A3}"/>
          </ac:spMkLst>
        </pc:spChg>
        <pc:spChg chg="mod">
          <ac:chgData name="Rodolfo Mei Pelinson" userId="c0c8c9c7057696f0" providerId="LiveId" clId="{CD42858B-8347-405B-913F-5706D85B202E}" dt="2025-03-13T12:29:05.044" v="249" actId="20577"/>
          <ac:spMkLst>
            <pc:docMk/>
            <pc:sldMk cId="2356201406" sldId="260"/>
            <ac:spMk id="30" creationId="{92BA3CE0-8C92-8830-E451-E8B727156530}"/>
          </ac:spMkLst>
        </pc:spChg>
        <pc:spChg chg="mod">
          <ac:chgData name="Rodolfo Mei Pelinson" userId="c0c8c9c7057696f0" providerId="LiveId" clId="{CD42858B-8347-405B-913F-5706D85B202E}" dt="2025-03-13T12:31:11.807" v="293" actId="20577"/>
          <ac:spMkLst>
            <pc:docMk/>
            <pc:sldMk cId="2356201406" sldId="260"/>
            <ac:spMk id="31" creationId="{0576D250-5979-AA0D-FB13-41D4F245BF9D}"/>
          </ac:spMkLst>
        </pc:spChg>
        <pc:spChg chg="mod">
          <ac:chgData name="Rodolfo Mei Pelinson" userId="c0c8c9c7057696f0" providerId="LiveId" clId="{CD42858B-8347-405B-913F-5706D85B202E}" dt="2025-03-13T12:29:17.765" v="257" actId="1076"/>
          <ac:spMkLst>
            <pc:docMk/>
            <pc:sldMk cId="2356201406" sldId="260"/>
            <ac:spMk id="32" creationId="{14A5B4F0-CAFB-F7FA-1A2A-80871AE459AA}"/>
          </ac:spMkLst>
        </pc:spChg>
        <pc:spChg chg="mod">
          <ac:chgData name="Rodolfo Mei Pelinson" userId="c0c8c9c7057696f0" providerId="LiveId" clId="{CD42858B-8347-405B-913F-5706D85B202E}" dt="2025-03-13T12:29:33.906" v="266" actId="20577"/>
          <ac:spMkLst>
            <pc:docMk/>
            <pc:sldMk cId="2356201406" sldId="260"/>
            <ac:spMk id="33" creationId="{329886F6-2032-7ACD-29B0-311EF6309FA2}"/>
          </ac:spMkLst>
        </pc:spChg>
        <pc:spChg chg="mod">
          <ac:chgData name="Rodolfo Mei Pelinson" userId="c0c8c9c7057696f0" providerId="LiveId" clId="{CD42858B-8347-405B-913F-5706D85B202E}" dt="2025-03-13T12:31:22.119" v="298" actId="20577"/>
          <ac:spMkLst>
            <pc:docMk/>
            <pc:sldMk cId="2356201406" sldId="260"/>
            <ac:spMk id="34" creationId="{FEA89ADA-77AC-CA0B-84A4-F390A7DDE7DF}"/>
          </ac:spMkLst>
        </pc:spChg>
        <pc:spChg chg="mod">
          <ac:chgData name="Rodolfo Mei Pelinson" userId="c0c8c9c7057696f0" providerId="LiveId" clId="{CD42858B-8347-405B-913F-5706D85B202E}" dt="2025-03-13T12:31:34.620" v="307" actId="20577"/>
          <ac:spMkLst>
            <pc:docMk/>
            <pc:sldMk cId="2356201406" sldId="260"/>
            <ac:spMk id="35" creationId="{5D222296-D5C6-64D0-C047-3990863730C4}"/>
          </ac:spMkLst>
        </pc:spChg>
        <pc:spChg chg="mod">
          <ac:chgData name="Rodolfo Mei Pelinson" userId="c0c8c9c7057696f0" providerId="LiveId" clId="{CD42858B-8347-405B-913F-5706D85B202E}" dt="2025-03-13T11:52:31.455" v="38" actId="20577"/>
          <ac:spMkLst>
            <pc:docMk/>
            <pc:sldMk cId="2356201406" sldId="260"/>
            <ac:spMk id="36" creationId="{BCFB17B7-B864-0589-A886-3FA03530B0CB}"/>
          </ac:spMkLst>
        </pc:spChg>
        <pc:spChg chg="mod">
          <ac:chgData name="Rodolfo Mei Pelinson" userId="c0c8c9c7057696f0" providerId="LiveId" clId="{CD42858B-8347-405B-913F-5706D85B202E}" dt="2025-03-13T11:52:34.468" v="42" actId="20577"/>
          <ac:spMkLst>
            <pc:docMk/>
            <pc:sldMk cId="2356201406" sldId="260"/>
            <ac:spMk id="37" creationId="{D6C25DBD-4B73-5F9D-6CB6-175E081BEE10}"/>
          </ac:spMkLst>
        </pc:spChg>
        <pc:spChg chg="mod">
          <ac:chgData name="Rodolfo Mei Pelinson" userId="c0c8c9c7057696f0" providerId="LiveId" clId="{CD42858B-8347-405B-913F-5706D85B202E}" dt="2025-03-13T11:52:38.306" v="47" actId="20577"/>
          <ac:spMkLst>
            <pc:docMk/>
            <pc:sldMk cId="2356201406" sldId="260"/>
            <ac:spMk id="38" creationId="{1437C294-F797-F899-19B0-868C6B55C709}"/>
          </ac:spMkLst>
        </pc:spChg>
        <pc:spChg chg="mod">
          <ac:chgData name="Rodolfo Mei Pelinson" userId="c0c8c9c7057696f0" providerId="LiveId" clId="{CD42858B-8347-405B-913F-5706D85B202E}" dt="2025-03-13T12:23:37.781" v="227" actId="1076"/>
          <ac:spMkLst>
            <pc:docMk/>
            <pc:sldMk cId="2356201406" sldId="260"/>
            <ac:spMk id="39" creationId="{0F0F4BE1-AD38-A958-CFE1-2D0DD3DF5ED5}"/>
          </ac:spMkLst>
        </pc:spChg>
        <pc:spChg chg="mod">
          <ac:chgData name="Rodolfo Mei Pelinson" userId="c0c8c9c7057696f0" providerId="LiveId" clId="{CD42858B-8347-405B-913F-5706D85B202E}" dt="2025-03-13T12:32:28.741" v="326" actId="1076"/>
          <ac:spMkLst>
            <pc:docMk/>
            <pc:sldMk cId="2356201406" sldId="260"/>
            <ac:spMk id="40" creationId="{D2C90B06-1246-62A8-8760-DDFA4CEBAE90}"/>
          </ac:spMkLst>
        </pc:spChg>
        <pc:spChg chg="mod">
          <ac:chgData name="Rodolfo Mei Pelinson" userId="c0c8c9c7057696f0" providerId="LiveId" clId="{CD42858B-8347-405B-913F-5706D85B202E}" dt="2025-03-13T12:20:26.538" v="193" actId="20577"/>
          <ac:spMkLst>
            <pc:docMk/>
            <pc:sldMk cId="2356201406" sldId="260"/>
            <ac:spMk id="41" creationId="{90FB4B1C-3715-6342-C296-E1E2F6B0F6F5}"/>
          </ac:spMkLst>
        </pc:spChg>
        <pc:spChg chg="mod">
          <ac:chgData name="Rodolfo Mei Pelinson" userId="c0c8c9c7057696f0" providerId="LiveId" clId="{CD42858B-8347-405B-913F-5706D85B202E}" dt="2025-03-13T12:22:26.663" v="201" actId="20577"/>
          <ac:spMkLst>
            <pc:docMk/>
            <pc:sldMk cId="2356201406" sldId="260"/>
            <ac:spMk id="44" creationId="{2120045F-FB6B-38CC-5DE9-D490847B175C}"/>
          </ac:spMkLst>
        </pc:spChg>
        <pc:spChg chg="mod">
          <ac:chgData name="Rodolfo Mei Pelinson" userId="c0c8c9c7057696f0" providerId="LiveId" clId="{CD42858B-8347-405B-913F-5706D85B202E}" dt="2025-03-13T12:22:52.133" v="210" actId="1076"/>
          <ac:spMkLst>
            <pc:docMk/>
            <pc:sldMk cId="2356201406" sldId="260"/>
            <ac:spMk id="45" creationId="{13EAC8F6-EDDA-32D8-48A3-60E4BE44935B}"/>
          </ac:spMkLst>
        </pc:spChg>
        <pc:spChg chg="mod">
          <ac:chgData name="Rodolfo Mei Pelinson" userId="c0c8c9c7057696f0" providerId="LiveId" clId="{CD42858B-8347-405B-913F-5706D85B202E}" dt="2025-03-13T12:23:15.364" v="219" actId="20577"/>
          <ac:spMkLst>
            <pc:docMk/>
            <pc:sldMk cId="2356201406" sldId="260"/>
            <ac:spMk id="46" creationId="{A3AA453B-260A-9665-444B-CE7993F8E0A8}"/>
          </ac:spMkLst>
        </pc:spChg>
        <pc:spChg chg="mod">
          <ac:chgData name="Rodolfo Mei Pelinson" userId="c0c8c9c7057696f0" providerId="LiveId" clId="{CD42858B-8347-405B-913F-5706D85B202E}" dt="2025-03-13T12:29:50.094" v="271" actId="20577"/>
          <ac:spMkLst>
            <pc:docMk/>
            <pc:sldMk cId="2356201406" sldId="260"/>
            <ac:spMk id="47" creationId="{74944732-3F29-B634-C157-81538A149D8B}"/>
          </ac:spMkLst>
        </pc:spChg>
        <pc:spChg chg="mod">
          <ac:chgData name="Rodolfo Mei Pelinson" userId="c0c8c9c7057696f0" providerId="LiveId" clId="{CD42858B-8347-405B-913F-5706D85B202E}" dt="2025-03-13T12:30:28.753" v="284" actId="1076"/>
          <ac:spMkLst>
            <pc:docMk/>
            <pc:sldMk cId="2356201406" sldId="260"/>
            <ac:spMk id="48" creationId="{83EF72C8-88C0-8CEE-C799-B815262925D8}"/>
          </ac:spMkLst>
        </pc:spChg>
        <pc:spChg chg="mod">
          <ac:chgData name="Rodolfo Mei Pelinson" userId="c0c8c9c7057696f0" providerId="LiveId" clId="{CD42858B-8347-405B-913F-5706D85B202E}" dt="2025-03-13T12:30:20.756" v="283" actId="20577"/>
          <ac:spMkLst>
            <pc:docMk/>
            <pc:sldMk cId="2356201406" sldId="260"/>
            <ac:spMk id="49" creationId="{96DE83C6-8B02-CCC5-4C34-4756380A21D8}"/>
          </ac:spMkLst>
        </pc:spChg>
        <pc:spChg chg="mod">
          <ac:chgData name="Rodolfo Mei Pelinson" userId="c0c8c9c7057696f0" providerId="LiveId" clId="{CD42858B-8347-405B-913F-5706D85B202E}" dt="2025-03-13T12:31:59.486" v="319" actId="1076"/>
          <ac:spMkLst>
            <pc:docMk/>
            <pc:sldMk cId="2356201406" sldId="260"/>
            <ac:spMk id="50" creationId="{760AE3D8-07F7-BC74-B657-8CFF7D988715}"/>
          </ac:spMkLst>
        </pc:spChg>
      </pc:sldChg>
      <pc:sldChg chg="modSp add mod">
        <pc:chgData name="Rodolfo Mei Pelinson" userId="c0c8c9c7057696f0" providerId="LiveId" clId="{CD42858B-8347-405B-913F-5706D85B202E}" dt="2025-03-13T13:21:15.560" v="613" actId="20577"/>
        <pc:sldMkLst>
          <pc:docMk/>
          <pc:sldMk cId="1372484861" sldId="261"/>
        </pc:sldMkLst>
        <pc:spChg chg="mod">
          <ac:chgData name="Rodolfo Mei Pelinson" userId="c0c8c9c7057696f0" providerId="LiveId" clId="{CD42858B-8347-405B-913F-5706D85B202E}" dt="2025-03-13T12:45:22.266" v="366" actId="6549"/>
          <ac:spMkLst>
            <pc:docMk/>
            <pc:sldMk cId="1372484861" sldId="261"/>
            <ac:spMk id="10" creationId="{D164C292-7EB5-F37B-1B70-032A440B27AB}"/>
          </ac:spMkLst>
        </pc:spChg>
        <pc:spChg chg="mod">
          <ac:chgData name="Rodolfo Mei Pelinson" userId="c0c8c9c7057696f0" providerId="LiveId" clId="{CD42858B-8347-405B-913F-5706D85B202E}" dt="2025-03-13T13:10:42.894" v="599" actId="20577"/>
          <ac:spMkLst>
            <pc:docMk/>
            <pc:sldMk cId="1372484861" sldId="261"/>
            <ac:spMk id="18" creationId="{116D805F-F7C6-C375-D836-9D4F0EDB06C8}"/>
          </ac:spMkLst>
        </pc:spChg>
        <pc:spChg chg="mod">
          <ac:chgData name="Rodolfo Mei Pelinson" userId="c0c8c9c7057696f0" providerId="LiveId" clId="{CD42858B-8347-405B-913F-5706D85B202E}" dt="2025-03-13T13:02:19.913" v="466" actId="20577"/>
          <ac:spMkLst>
            <pc:docMk/>
            <pc:sldMk cId="1372484861" sldId="261"/>
            <ac:spMk id="19" creationId="{2A72312C-A5B1-7B1F-BA66-6EE8CC7F19ED}"/>
          </ac:spMkLst>
        </pc:spChg>
        <pc:spChg chg="mod">
          <ac:chgData name="Rodolfo Mei Pelinson" userId="c0c8c9c7057696f0" providerId="LiveId" clId="{CD42858B-8347-405B-913F-5706D85B202E}" dt="2025-03-13T13:10:46.169" v="600" actId="20577"/>
          <ac:spMkLst>
            <pc:docMk/>
            <pc:sldMk cId="1372484861" sldId="261"/>
            <ac:spMk id="20" creationId="{860E45E6-A959-0E08-92EA-1A63C02910CE}"/>
          </ac:spMkLst>
        </pc:spChg>
        <pc:spChg chg="mod">
          <ac:chgData name="Rodolfo Mei Pelinson" userId="c0c8c9c7057696f0" providerId="LiveId" clId="{CD42858B-8347-405B-913F-5706D85B202E}" dt="2025-03-13T13:10:48.993" v="601" actId="20577"/>
          <ac:spMkLst>
            <pc:docMk/>
            <pc:sldMk cId="1372484861" sldId="261"/>
            <ac:spMk id="21" creationId="{2E972C18-66A8-70C2-D801-E4CC5BABCE15}"/>
          </ac:spMkLst>
        </pc:spChg>
        <pc:spChg chg="mod">
          <ac:chgData name="Rodolfo Mei Pelinson" userId="c0c8c9c7057696f0" providerId="LiveId" clId="{CD42858B-8347-405B-913F-5706D85B202E}" dt="2025-03-13T13:03:30.953" v="499" actId="20577"/>
          <ac:spMkLst>
            <pc:docMk/>
            <pc:sldMk cId="1372484861" sldId="261"/>
            <ac:spMk id="22" creationId="{6FD3CF83-6271-ABA5-1971-E9D2D2D83301}"/>
          </ac:spMkLst>
        </pc:spChg>
        <pc:spChg chg="mod">
          <ac:chgData name="Rodolfo Mei Pelinson" userId="c0c8c9c7057696f0" providerId="LiveId" clId="{CD42858B-8347-405B-913F-5706D85B202E}" dt="2025-03-13T13:12:00.268" v="603" actId="20577"/>
          <ac:spMkLst>
            <pc:docMk/>
            <pc:sldMk cId="1372484861" sldId="261"/>
            <ac:spMk id="23" creationId="{7282442E-6BF2-118A-EC02-8956E59DFF41}"/>
          </ac:spMkLst>
        </pc:spChg>
        <pc:spChg chg="mod">
          <ac:chgData name="Rodolfo Mei Pelinson" userId="c0c8c9c7057696f0" providerId="LiveId" clId="{CD42858B-8347-405B-913F-5706D85B202E}" dt="2025-03-13T13:17:05.719" v="605" actId="20577"/>
          <ac:spMkLst>
            <pc:docMk/>
            <pc:sldMk cId="1372484861" sldId="261"/>
            <ac:spMk id="30" creationId="{CEC156E4-2392-AD4C-2516-DBD1E7602742}"/>
          </ac:spMkLst>
        </pc:spChg>
        <pc:spChg chg="mod">
          <ac:chgData name="Rodolfo Mei Pelinson" userId="c0c8c9c7057696f0" providerId="LiveId" clId="{CD42858B-8347-405B-913F-5706D85B202E}" dt="2025-03-13T13:19:48.475" v="609" actId="20577"/>
          <ac:spMkLst>
            <pc:docMk/>
            <pc:sldMk cId="1372484861" sldId="261"/>
            <ac:spMk id="31" creationId="{12ACDE62-7007-81D0-1AB4-404740F7C518}"/>
          </ac:spMkLst>
        </pc:spChg>
        <pc:spChg chg="mod">
          <ac:chgData name="Rodolfo Mei Pelinson" userId="c0c8c9c7057696f0" providerId="LiveId" clId="{CD42858B-8347-405B-913F-5706D85B202E}" dt="2025-03-13T13:06:09.491" v="540" actId="20577"/>
          <ac:spMkLst>
            <pc:docMk/>
            <pc:sldMk cId="1372484861" sldId="261"/>
            <ac:spMk id="32" creationId="{DB820FE2-C174-FD81-8914-19011D8B29C0}"/>
          </ac:spMkLst>
        </pc:spChg>
        <pc:spChg chg="mod">
          <ac:chgData name="Rodolfo Mei Pelinson" userId="c0c8c9c7057696f0" providerId="LiveId" clId="{CD42858B-8347-405B-913F-5706D85B202E}" dt="2025-03-13T13:17:59.116" v="607" actId="20577"/>
          <ac:spMkLst>
            <pc:docMk/>
            <pc:sldMk cId="1372484861" sldId="261"/>
            <ac:spMk id="33" creationId="{6B55D5C2-D85E-BD4C-94B3-FA4435D44B87}"/>
          </ac:spMkLst>
        </pc:spChg>
        <pc:spChg chg="mod">
          <ac:chgData name="Rodolfo Mei Pelinson" userId="c0c8c9c7057696f0" providerId="LiveId" clId="{CD42858B-8347-405B-913F-5706D85B202E}" dt="2025-03-13T13:08:05.954" v="557" actId="20577"/>
          <ac:spMkLst>
            <pc:docMk/>
            <pc:sldMk cId="1372484861" sldId="261"/>
            <ac:spMk id="34" creationId="{417879BB-A201-7D2D-428E-031DAA6949CD}"/>
          </ac:spMkLst>
        </pc:spChg>
        <pc:spChg chg="mod">
          <ac:chgData name="Rodolfo Mei Pelinson" userId="c0c8c9c7057696f0" providerId="LiveId" clId="{CD42858B-8347-405B-913F-5706D85B202E}" dt="2025-03-13T13:20:08.970" v="611" actId="20577"/>
          <ac:spMkLst>
            <pc:docMk/>
            <pc:sldMk cId="1372484861" sldId="261"/>
            <ac:spMk id="35" creationId="{EB38A5B7-B763-4ED5-2606-5C4E5E8BE3BD}"/>
          </ac:spMkLst>
        </pc:spChg>
        <pc:spChg chg="mod">
          <ac:chgData name="Rodolfo Mei Pelinson" userId="c0c8c9c7057696f0" providerId="LiveId" clId="{CD42858B-8347-405B-913F-5706D85B202E}" dt="2025-03-13T13:04:27.840" v="519" actId="207"/>
          <ac:spMkLst>
            <pc:docMk/>
            <pc:sldMk cId="1372484861" sldId="261"/>
            <ac:spMk id="39" creationId="{6C5F0601-BF72-E62B-403F-028F4AFB7C91}"/>
          </ac:spMkLst>
        </pc:spChg>
        <pc:spChg chg="mod">
          <ac:chgData name="Rodolfo Mei Pelinson" userId="c0c8c9c7057696f0" providerId="LiveId" clId="{CD42858B-8347-405B-913F-5706D85B202E}" dt="2025-03-13T13:21:15.560" v="613" actId="20577"/>
          <ac:spMkLst>
            <pc:docMk/>
            <pc:sldMk cId="1372484861" sldId="261"/>
            <ac:spMk id="40" creationId="{F0D5188D-C2F4-3561-A9BB-6845BB73F274}"/>
          </ac:spMkLst>
        </pc:spChg>
        <pc:spChg chg="mod">
          <ac:chgData name="Rodolfo Mei Pelinson" userId="c0c8c9c7057696f0" providerId="LiveId" clId="{CD42858B-8347-405B-913F-5706D85B202E}" dt="2025-03-13T13:10:16.301" v="595" actId="113"/>
          <ac:spMkLst>
            <pc:docMk/>
            <pc:sldMk cId="1372484861" sldId="261"/>
            <ac:spMk id="41" creationId="{282355E5-2581-570B-7680-A25FA5D3E037}"/>
          </ac:spMkLst>
        </pc:spChg>
        <pc:spChg chg="mod">
          <ac:chgData name="Rodolfo Mei Pelinson" userId="c0c8c9c7057696f0" providerId="LiveId" clId="{CD42858B-8347-405B-913F-5706D85B202E}" dt="2025-03-13T13:03:42.327" v="506" actId="20577"/>
          <ac:spMkLst>
            <pc:docMk/>
            <pc:sldMk cId="1372484861" sldId="261"/>
            <ac:spMk id="44" creationId="{BA0D767E-E5C8-4AEE-8F83-8BBA5437F27F}"/>
          </ac:spMkLst>
        </pc:spChg>
        <pc:spChg chg="mod">
          <ac:chgData name="Rodolfo Mei Pelinson" userId="c0c8c9c7057696f0" providerId="LiveId" clId="{CD42858B-8347-405B-913F-5706D85B202E}" dt="2025-03-13T13:03:09.189" v="488" actId="20577"/>
          <ac:spMkLst>
            <pc:docMk/>
            <pc:sldMk cId="1372484861" sldId="261"/>
            <ac:spMk id="45" creationId="{F74F8CD4-3A55-7D04-272A-A30F0D3E7FB0}"/>
          </ac:spMkLst>
        </pc:spChg>
        <pc:spChg chg="mod">
          <ac:chgData name="Rodolfo Mei Pelinson" userId="c0c8c9c7057696f0" providerId="LiveId" clId="{CD42858B-8347-405B-913F-5706D85B202E}" dt="2025-03-13T13:03:57.739" v="511" actId="20577"/>
          <ac:spMkLst>
            <pc:docMk/>
            <pc:sldMk cId="1372484861" sldId="261"/>
            <ac:spMk id="46" creationId="{01996F61-510C-C623-557C-7D54D060E7C3}"/>
          </ac:spMkLst>
        </pc:spChg>
        <pc:spChg chg="mod">
          <ac:chgData name="Rodolfo Mei Pelinson" userId="c0c8c9c7057696f0" providerId="LiveId" clId="{CD42858B-8347-405B-913F-5706D85B202E}" dt="2025-03-13T13:09:13.681" v="591" actId="207"/>
          <ac:spMkLst>
            <pc:docMk/>
            <pc:sldMk cId="1372484861" sldId="261"/>
            <ac:spMk id="47" creationId="{0BBB12D8-707B-2ACD-D1E8-C446B06501D6}"/>
          </ac:spMkLst>
        </pc:spChg>
        <pc:spChg chg="mod">
          <ac:chgData name="Rodolfo Mei Pelinson" userId="c0c8c9c7057696f0" providerId="LiveId" clId="{CD42858B-8347-405B-913F-5706D85B202E}" dt="2025-03-13T13:08:29.604" v="569" actId="1076"/>
          <ac:spMkLst>
            <pc:docMk/>
            <pc:sldMk cId="1372484861" sldId="261"/>
            <ac:spMk id="48" creationId="{49E5338D-F8F9-44C3-0445-7DCDE26445FD}"/>
          </ac:spMkLst>
        </pc:spChg>
        <pc:spChg chg="mod">
          <ac:chgData name="Rodolfo Mei Pelinson" userId="c0c8c9c7057696f0" providerId="LiveId" clId="{CD42858B-8347-405B-913F-5706D85B202E}" dt="2025-03-13T13:09:19.107" v="593" actId="207"/>
          <ac:spMkLst>
            <pc:docMk/>
            <pc:sldMk cId="1372484861" sldId="261"/>
            <ac:spMk id="49" creationId="{ED9A70CD-57CD-59B8-A937-8DF66DC4A746}"/>
          </ac:spMkLst>
        </pc:spChg>
        <pc:spChg chg="mod">
          <ac:chgData name="Rodolfo Mei Pelinson" userId="c0c8c9c7057696f0" providerId="LiveId" clId="{CD42858B-8347-405B-913F-5706D85B202E}" dt="2025-03-13T13:09:16.201" v="592" actId="207"/>
          <ac:spMkLst>
            <pc:docMk/>
            <pc:sldMk cId="1372484861" sldId="261"/>
            <ac:spMk id="50" creationId="{7DA4DA69-0D61-CE76-DA01-88B349B75767}"/>
          </ac:spMkLst>
        </pc:spChg>
      </pc:sldChg>
      <pc:sldChg chg="modSp add del mod">
        <pc:chgData name="Rodolfo Mei Pelinson" userId="c0c8c9c7057696f0" providerId="LiveId" clId="{CD42858B-8347-405B-913F-5706D85B202E}" dt="2025-03-13T12:32:39.130" v="327" actId="47"/>
        <pc:sldMkLst>
          <pc:docMk/>
          <pc:sldMk cId="1409944048" sldId="261"/>
        </pc:sldMkLst>
        <pc:spChg chg="mod">
          <ac:chgData name="Rodolfo Mei Pelinson" userId="c0c8c9c7057696f0" providerId="LiveId" clId="{CD42858B-8347-405B-913F-5706D85B202E}" dt="2025-03-13T12:09:56.469" v="143" actId="20577"/>
          <ac:spMkLst>
            <pc:docMk/>
            <pc:sldMk cId="1409944048" sldId="261"/>
            <ac:spMk id="12" creationId="{B375D044-1A79-0464-02D2-13B346A90C26}"/>
          </ac:spMkLst>
        </pc:spChg>
        <pc:spChg chg="mod">
          <ac:chgData name="Rodolfo Mei Pelinson" userId="c0c8c9c7057696f0" providerId="LiveId" clId="{CD42858B-8347-405B-913F-5706D85B202E}" dt="2025-03-13T12:09:57.493" v="144" actId="20577"/>
          <ac:spMkLst>
            <pc:docMk/>
            <pc:sldMk cId="1409944048" sldId="261"/>
            <ac:spMk id="13" creationId="{38481C8F-198F-E322-1C73-48381BD0902E}"/>
          </ac:spMkLst>
        </pc:spChg>
        <pc:spChg chg="mod">
          <ac:chgData name="Rodolfo Mei Pelinson" userId="c0c8c9c7057696f0" providerId="LiveId" clId="{CD42858B-8347-405B-913F-5706D85B202E}" dt="2025-03-13T12:09:58.131" v="145" actId="20577"/>
          <ac:spMkLst>
            <pc:docMk/>
            <pc:sldMk cId="1409944048" sldId="261"/>
            <ac:spMk id="14" creationId="{D30D328A-70B8-AE32-EDD4-D447D848ADBC}"/>
          </ac:spMkLst>
        </pc:spChg>
        <pc:spChg chg="mod">
          <ac:chgData name="Rodolfo Mei Pelinson" userId="c0c8c9c7057696f0" providerId="LiveId" clId="{CD42858B-8347-405B-913F-5706D85B202E}" dt="2025-03-13T12:09:54.732" v="141" actId="20577"/>
          <ac:spMkLst>
            <pc:docMk/>
            <pc:sldMk cId="1409944048" sldId="261"/>
            <ac:spMk id="18" creationId="{3E0638B5-6B49-3A75-D9FA-468105120239}"/>
          </ac:spMkLst>
        </pc:spChg>
        <pc:spChg chg="mod">
          <ac:chgData name="Rodolfo Mei Pelinson" userId="c0c8c9c7057696f0" providerId="LiveId" clId="{CD42858B-8347-405B-913F-5706D85B202E}" dt="2025-03-13T12:10:02.355" v="147" actId="20577"/>
          <ac:spMkLst>
            <pc:docMk/>
            <pc:sldMk cId="1409944048" sldId="261"/>
            <ac:spMk id="19" creationId="{C98FEC51-5AF2-26D6-0C0B-8A93D9DE2EFF}"/>
          </ac:spMkLst>
        </pc:spChg>
        <pc:spChg chg="mod">
          <ac:chgData name="Rodolfo Mei Pelinson" userId="c0c8c9c7057696f0" providerId="LiveId" clId="{CD42858B-8347-405B-913F-5706D85B202E}" dt="2025-03-13T12:10:01.495" v="146" actId="20577"/>
          <ac:spMkLst>
            <pc:docMk/>
            <pc:sldMk cId="1409944048" sldId="261"/>
            <ac:spMk id="21" creationId="{3F8FAED4-2A13-B124-8A3B-31FBE82C8CB9}"/>
          </ac:spMkLst>
        </pc:spChg>
        <pc:spChg chg="mod">
          <ac:chgData name="Rodolfo Mei Pelinson" userId="c0c8c9c7057696f0" providerId="LiveId" clId="{CD42858B-8347-405B-913F-5706D85B202E}" dt="2025-03-13T12:09:55.581" v="142" actId="20577"/>
          <ac:spMkLst>
            <pc:docMk/>
            <pc:sldMk cId="1409944048" sldId="261"/>
            <ac:spMk id="22" creationId="{D487593D-A273-9A86-CD3A-CFA0C789BAE4}"/>
          </ac:spMkLst>
        </pc:spChg>
        <pc:spChg chg="mod">
          <ac:chgData name="Rodolfo Mei Pelinson" userId="c0c8c9c7057696f0" providerId="LiveId" clId="{CD42858B-8347-405B-913F-5706D85B202E}" dt="2025-03-13T12:09:51.257" v="138" actId="20577"/>
          <ac:spMkLst>
            <pc:docMk/>
            <pc:sldMk cId="1409944048" sldId="261"/>
            <ac:spMk id="26" creationId="{034772F5-BF45-D6EB-8260-4E1D851F6E81}"/>
          </ac:spMkLst>
        </pc:spChg>
        <pc:spChg chg="mod">
          <ac:chgData name="Rodolfo Mei Pelinson" userId="c0c8c9c7057696f0" providerId="LiveId" clId="{CD42858B-8347-405B-913F-5706D85B202E}" dt="2025-03-13T12:09:52.281" v="139" actId="20577"/>
          <ac:spMkLst>
            <pc:docMk/>
            <pc:sldMk cId="1409944048" sldId="261"/>
            <ac:spMk id="28" creationId="{FDFD3A04-F2E9-7296-1AE5-AB65297C39EC}"/>
          </ac:spMkLst>
        </pc:spChg>
        <pc:spChg chg="mod">
          <ac:chgData name="Rodolfo Mei Pelinson" userId="c0c8c9c7057696f0" providerId="LiveId" clId="{CD42858B-8347-405B-913F-5706D85B202E}" dt="2025-03-13T12:09:53.711" v="140" actId="20577"/>
          <ac:spMkLst>
            <pc:docMk/>
            <pc:sldMk cId="1409944048" sldId="261"/>
            <ac:spMk id="29" creationId="{481BC498-A9F3-95B3-61ED-C64F445806CE}"/>
          </ac:spMkLst>
        </pc:spChg>
      </pc:sldChg>
      <pc:sldChg chg="addSp delSp modSp add mod">
        <pc:chgData name="Rodolfo Mei Pelinson" userId="c0c8c9c7057696f0" providerId="LiveId" clId="{CD42858B-8347-405B-913F-5706D85B202E}" dt="2025-03-13T12:46:35.307" v="401" actId="20577"/>
        <pc:sldMkLst>
          <pc:docMk/>
          <pc:sldMk cId="3859977909" sldId="262"/>
        </pc:sldMkLst>
        <pc:spChg chg="mod">
          <ac:chgData name="Rodolfo Mei Pelinson" userId="c0c8c9c7057696f0" providerId="LiveId" clId="{CD42858B-8347-405B-913F-5706D85B202E}" dt="2025-03-13T12:46:31.343" v="398" actId="20577"/>
          <ac:spMkLst>
            <pc:docMk/>
            <pc:sldMk cId="3859977909" sldId="262"/>
            <ac:spMk id="2" creationId="{6B3AB6C9-A3FB-F379-8046-F0B16F5E080F}"/>
          </ac:spMkLst>
        </pc:spChg>
        <pc:spChg chg="add mod">
          <ac:chgData name="Rodolfo Mei Pelinson" userId="c0c8c9c7057696f0" providerId="LiveId" clId="{CD42858B-8347-405B-913F-5706D85B202E}" dt="2025-03-13T12:45:39.606" v="369"/>
          <ac:spMkLst>
            <pc:docMk/>
            <pc:sldMk cId="3859977909" sldId="262"/>
            <ac:spMk id="3" creationId="{E9FE425E-5AD0-C9F0-1A0D-3C4CD8EC8678}"/>
          </ac:spMkLst>
        </pc:spChg>
        <pc:spChg chg="del">
          <ac:chgData name="Rodolfo Mei Pelinson" userId="c0c8c9c7057696f0" providerId="LiveId" clId="{CD42858B-8347-405B-913F-5706D85B202E}" dt="2025-03-13T12:45:39.340" v="368" actId="478"/>
          <ac:spMkLst>
            <pc:docMk/>
            <pc:sldMk cId="3859977909" sldId="262"/>
            <ac:spMk id="10" creationId="{7D92B2C6-D556-E4C6-104B-452CC8D607BE}"/>
          </ac:spMkLst>
        </pc:spChg>
        <pc:spChg chg="mod">
          <ac:chgData name="Rodolfo Mei Pelinson" userId="c0c8c9c7057696f0" providerId="LiveId" clId="{CD42858B-8347-405B-913F-5706D85B202E}" dt="2025-03-13T12:46:22.743" v="390" actId="20577"/>
          <ac:spMkLst>
            <pc:docMk/>
            <pc:sldMk cId="3859977909" sldId="262"/>
            <ac:spMk id="18" creationId="{499B459B-7540-1DFB-B9EA-0AB202066980}"/>
          </ac:spMkLst>
        </pc:spChg>
        <pc:spChg chg="mod">
          <ac:chgData name="Rodolfo Mei Pelinson" userId="c0c8c9c7057696f0" providerId="LiveId" clId="{CD42858B-8347-405B-913F-5706D85B202E}" dt="2025-03-13T12:46:27.344" v="394" actId="20577"/>
          <ac:spMkLst>
            <pc:docMk/>
            <pc:sldMk cId="3859977909" sldId="262"/>
            <ac:spMk id="19" creationId="{723B3A2A-7119-3790-3DCE-6A11DF128084}"/>
          </ac:spMkLst>
        </pc:spChg>
        <pc:spChg chg="mod">
          <ac:chgData name="Rodolfo Mei Pelinson" userId="c0c8c9c7057696f0" providerId="LiveId" clId="{CD42858B-8347-405B-913F-5706D85B202E}" dt="2025-03-13T12:46:23.956" v="391" actId="20577"/>
          <ac:spMkLst>
            <pc:docMk/>
            <pc:sldMk cId="3859977909" sldId="262"/>
            <ac:spMk id="20" creationId="{6088EA01-D24B-AC4A-997B-3D3A8B4C5524}"/>
          </ac:spMkLst>
        </pc:spChg>
        <pc:spChg chg="mod">
          <ac:chgData name="Rodolfo Mei Pelinson" userId="c0c8c9c7057696f0" providerId="LiveId" clId="{CD42858B-8347-405B-913F-5706D85B202E}" dt="2025-03-13T12:46:32.182" v="399" actId="20577"/>
          <ac:spMkLst>
            <pc:docMk/>
            <pc:sldMk cId="3859977909" sldId="262"/>
            <ac:spMk id="21" creationId="{2A2FC4BA-8951-F96F-46D9-5DC41B16C120}"/>
          </ac:spMkLst>
        </pc:spChg>
        <pc:spChg chg="mod">
          <ac:chgData name="Rodolfo Mei Pelinson" userId="c0c8c9c7057696f0" providerId="LiveId" clId="{CD42858B-8347-405B-913F-5706D85B202E}" dt="2025-03-13T12:46:24.919" v="392" actId="20577"/>
          <ac:spMkLst>
            <pc:docMk/>
            <pc:sldMk cId="3859977909" sldId="262"/>
            <ac:spMk id="22" creationId="{28473B12-0592-922B-58F2-BE5D2B223C3A}"/>
          </ac:spMkLst>
        </pc:spChg>
        <pc:spChg chg="mod">
          <ac:chgData name="Rodolfo Mei Pelinson" userId="c0c8c9c7057696f0" providerId="LiveId" clId="{CD42858B-8347-405B-913F-5706D85B202E}" dt="2025-03-13T12:46:28.406" v="395" actId="20577"/>
          <ac:spMkLst>
            <pc:docMk/>
            <pc:sldMk cId="3859977909" sldId="262"/>
            <ac:spMk id="39" creationId="{169E9D6E-3998-021A-094C-3F73BB151521}"/>
          </ac:spMkLst>
        </pc:spChg>
        <pc:spChg chg="mod">
          <ac:chgData name="Rodolfo Mei Pelinson" userId="c0c8c9c7057696f0" providerId="LiveId" clId="{CD42858B-8347-405B-913F-5706D85B202E}" dt="2025-03-13T12:46:35.307" v="401" actId="20577"/>
          <ac:spMkLst>
            <pc:docMk/>
            <pc:sldMk cId="3859977909" sldId="262"/>
            <ac:spMk id="40" creationId="{195C7FB3-AE7C-7CBC-C7FA-03FAFFBA9004}"/>
          </ac:spMkLst>
        </pc:spChg>
        <pc:spChg chg="mod">
          <ac:chgData name="Rodolfo Mei Pelinson" userId="c0c8c9c7057696f0" providerId="LiveId" clId="{CD42858B-8347-405B-913F-5706D85B202E}" dt="2025-03-13T12:46:34.031" v="400" actId="20577"/>
          <ac:spMkLst>
            <pc:docMk/>
            <pc:sldMk cId="3859977909" sldId="262"/>
            <ac:spMk id="41" creationId="{F2C43F56-DB52-478D-8466-E10EEF088DC6}"/>
          </ac:spMkLst>
        </pc:spChg>
        <pc:spChg chg="mod">
          <ac:chgData name="Rodolfo Mei Pelinson" userId="c0c8c9c7057696f0" providerId="LiveId" clId="{CD42858B-8347-405B-913F-5706D85B202E}" dt="2025-03-13T12:46:25.894" v="393" actId="20577"/>
          <ac:spMkLst>
            <pc:docMk/>
            <pc:sldMk cId="3859977909" sldId="262"/>
            <ac:spMk id="44" creationId="{D867988C-D63C-A410-2E45-D14BDC201B61}"/>
          </ac:spMkLst>
        </pc:spChg>
        <pc:spChg chg="mod">
          <ac:chgData name="Rodolfo Mei Pelinson" userId="c0c8c9c7057696f0" providerId="LiveId" clId="{CD42858B-8347-405B-913F-5706D85B202E}" dt="2025-03-13T12:46:29.257" v="396" actId="20577"/>
          <ac:spMkLst>
            <pc:docMk/>
            <pc:sldMk cId="3859977909" sldId="262"/>
            <ac:spMk id="45" creationId="{D27D24E0-C00D-0F4C-BD80-1B02FC38EC0B}"/>
          </ac:spMkLst>
        </pc:spChg>
        <pc:spChg chg="mod">
          <ac:chgData name="Rodolfo Mei Pelinson" userId="c0c8c9c7057696f0" providerId="LiveId" clId="{CD42858B-8347-405B-913F-5706D85B202E}" dt="2025-03-13T12:46:30.132" v="397" actId="20577"/>
          <ac:spMkLst>
            <pc:docMk/>
            <pc:sldMk cId="3859977909" sldId="262"/>
            <ac:spMk id="46" creationId="{188F957C-A387-8A84-0A15-456C37339EF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66E2B8-CD11-BCB1-CE80-F7B2DDEEC7CB}"/>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789FD5C6-C990-C2C5-3F43-874A935BB5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85DEF2F8-5EF3-ACB8-F9B1-206FD0837DA2}"/>
              </a:ext>
            </a:extLst>
          </p:cNvPr>
          <p:cNvSpPr>
            <a:spLocks noGrp="1"/>
          </p:cNvSpPr>
          <p:nvPr>
            <p:ph type="dt" sz="half" idx="10"/>
          </p:nvPr>
        </p:nvSpPr>
        <p:spPr/>
        <p:txBody>
          <a:bodyPr/>
          <a:lstStyle/>
          <a:p>
            <a:fld id="{69EB550B-EFEB-4546-91EB-AEFAFB6C12D0}" type="datetimeFigureOut">
              <a:rPr lang="pt-BR" smtClean="0"/>
              <a:t>13/03/2025</a:t>
            </a:fld>
            <a:endParaRPr lang="pt-BR"/>
          </a:p>
        </p:txBody>
      </p:sp>
      <p:sp>
        <p:nvSpPr>
          <p:cNvPr id="5" name="Espaço Reservado para Rodapé 4">
            <a:extLst>
              <a:ext uri="{FF2B5EF4-FFF2-40B4-BE49-F238E27FC236}">
                <a16:creationId xmlns:a16="http://schemas.microsoft.com/office/drawing/2014/main" id="{49FAF658-1C78-9DE7-A035-6E76CAA0AE5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9306454-E3A2-5F77-F96C-62A210EBB644}"/>
              </a:ext>
            </a:extLst>
          </p:cNvPr>
          <p:cNvSpPr>
            <a:spLocks noGrp="1"/>
          </p:cNvSpPr>
          <p:nvPr>
            <p:ph type="sldNum" sz="quarter" idx="12"/>
          </p:nvPr>
        </p:nvSpPr>
        <p:spPr/>
        <p:txBody>
          <a:bodyPr/>
          <a:lstStyle/>
          <a:p>
            <a:fld id="{7883042D-D5CA-4052-B2E0-4089F84ED428}" type="slidenum">
              <a:rPr lang="pt-BR" smtClean="0"/>
              <a:t>‹nº›</a:t>
            </a:fld>
            <a:endParaRPr lang="pt-BR"/>
          </a:p>
        </p:txBody>
      </p:sp>
    </p:spTree>
    <p:extLst>
      <p:ext uri="{BB962C8B-B14F-4D97-AF65-F5344CB8AC3E}">
        <p14:creationId xmlns:p14="http://schemas.microsoft.com/office/powerpoint/2010/main" val="3366507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239599-43FA-01C8-36A3-077DA8BB8E1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87438A1-4A60-FD3E-85D2-D9D96159D27E}"/>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51DD8DB-4C14-A761-374F-59FEAEC4DE2B}"/>
              </a:ext>
            </a:extLst>
          </p:cNvPr>
          <p:cNvSpPr>
            <a:spLocks noGrp="1"/>
          </p:cNvSpPr>
          <p:nvPr>
            <p:ph type="dt" sz="half" idx="10"/>
          </p:nvPr>
        </p:nvSpPr>
        <p:spPr/>
        <p:txBody>
          <a:bodyPr/>
          <a:lstStyle/>
          <a:p>
            <a:fld id="{69EB550B-EFEB-4546-91EB-AEFAFB6C12D0}" type="datetimeFigureOut">
              <a:rPr lang="pt-BR" smtClean="0"/>
              <a:t>13/03/2025</a:t>
            </a:fld>
            <a:endParaRPr lang="pt-BR"/>
          </a:p>
        </p:txBody>
      </p:sp>
      <p:sp>
        <p:nvSpPr>
          <p:cNvPr id="5" name="Espaço Reservado para Rodapé 4">
            <a:extLst>
              <a:ext uri="{FF2B5EF4-FFF2-40B4-BE49-F238E27FC236}">
                <a16:creationId xmlns:a16="http://schemas.microsoft.com/office/drawing/2014/main" id="{370A2F2C-F1A4-8B69-BA2A-CA74ECF9DD1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C763590-5236-7A53-65FD-ECB3F69676DD}"/>
              </a:ext>
            </a:extLst>
          </p:cNvPr>
          <p:cNvSpPr>
            <a:spLocks noGrp="1"/>
          </p:cNvSpPr>
          <p:nvPr>
            <p:ph type="sldNum" sz="quarter" idx="12"/>
          </p:nvPr>
        </p:nvSpPr>
        <p:spPr/>
        <p:txBody>
          <a:bodyPr/>
          <a:lstStyle/>
          <a:p>
            <a:fld id="{7883042D-D5CA-4052-B2E0-4089F84ED428}" type="slidenum">
              <a:rPr lang="pt-BR" smtClean="0"/>
              <a:t>‹nº›</a:t>
            </a:fld>
            <a:endParaRPr lang="pt-BR"/>
          </a:p>
        </p:txBody>
      </p:sp>
    </p:spTree>
    <p:extLst>
      <p:ext uri="{BB962C8B-B14F-4D97-AF65-F5344CB8AC3E}">
        <p14:creationId xmlns:p14="http://schemas.microsoft.com/office/powerpoint/2010/main" val="2040528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39541F-56DA-8FC9-C470-7AC9959D0C9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E2A70790-3DFE-9788-DFA5-CB3DE56380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70446E4B-4AD3-26DD-B4E8-237EB949220E}"/>
              </a:ext>
            </a:extLst>
          </p:cNvPr>
          <p:cNvSpPr>
            <a:spLocks noGrp="1"/>
          </p:cNvSpPr>
          <p:nvPr>
            <p:ph type="dt" sz="half" idx="10"/>
          </p:nvPr>
        </p:nvSpPr>
        <p:spPr/>
        <p:txBody>
          <a:bodyPr/>
          <a:lstStyle/>
          <a:p>
            <a:fld id="{69EB550B-EFEB-4546-91EB-AEFAFB6C12D0}" type="datetimeFigureOut">
              <a:rPr lang="pt-BR" smtClean="0"/>
              <a:t>13/03/2025</a:t>
            </a:fld>
            <a:endParaRPr lang="pt-BR"/>
          </a:p>
        </p:txBody>
      </p:sp>
      <p:sp>
        <p:nvSpPr>
          <p:cNvPr id="5" name="Espaço Reservado para Rodapé 4">
            <a:extLst>
              <a:ext uri="{FF2B5EF4-FFF2-40B4-BE49-F238E27FC236}">
                <a16:creationId xmlns:a16="http://schemas.microsoft.com/office/drawing/2014/main" id="{94D0897F-5EFF-EBBF-02C8-4FF7D16B4A7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F9D6501-4C37-5911-650C-2F4907D3430E}"/>
              </a:ext>
            </a:extLst>
          </p:cNvPr>
          <p:cNvSpPr>
            <a:spLocks noGrp="1"/>
          </p:cNvSpPr>
          <p:nvPr>
            <p:ph type="sldNum" sz="quarter" idx="12"/>
          </p:nvPr>
        </p:nvSpPr>
        <p:spPr/>
        <p:txBody>
          <a:bodyPr/>
          <a:lstStyle/>
          <a:p>
            <a:fld id="{7883042D-D5CA-4052-B2E0-4089F84ED428}" type="slidenum">
              <a:rPr lang="pt-BR" smtClean="0"/>
              <a:t>‹nº›</a:t>
            </a:fld>
            <a:endParaRPr lang="pt-BR"/>
          </a:p>
        </p:txBody>
      </p:sp>
    </p:spTree>
    <p:extLst>
      <p:ext uri="{BB962C8B-B14F-4D97-AF65-F5344CB8AC3E}">
        <p14:creationId xmlns:p14="http://schemas.microsoft.com/office/powerpoint/2010/main" val="3473335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05853C-713C-843D-30BE-223A8DCC386C}"/>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B82744D-E6D0-434C-93E2-1F27CE891927}"/>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1DD87AF-D7FB-6050-DC4A-F256A479CC51}"/>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0BC86319-D069-FE89-E133-0321DB517CAE}"/>
              </a:ext>
            </a:extLst>
          </p:cNvPr>
          <p:cNvSpPr>
            <a:spLocks noGrp="1"/>
          </p:cNvSpPr>
          <p:nvPr>
            <p:ph type="dt" sz="half" idx="10"/>
          </p:nvPr>
        </p:nvSpPr>
        <p:spPr/>
        <p:txBody>
          <a:bodyPr/>
          <a:lstStyle/>
          <a:p>
            <a:fld id="{69EB550B-EFEB-4546-91EB-AEFAFB6C12D0}" type="datetimeFigureOut">
              <a:rPr lang="pt-BR" smtClean="0"/>
              <a:t>13/03/2025</a:t>
            </a:fld>
            <a:endParaRPr lang="pt-BR"/>
          </a:p>
        </p:txBody>
      </p:sp>
      <p:sp>
        <p:nvSpPr>
          <p:cNvPr id="6" name="Espaço Reservado para Rodapé 5">
            <a:extLst>
              <a:ext uri="{FF2B5EF4-FFF2-40B4-BE49-F238E27FC236}">
                <a16:creationId xmlns:a16="http://schemas.microsoft.com/office/drawing/2014/main" id="{593EF10E-EC41-EA44-EA67-39598564C7B9}"/>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79F205A-F397-59B9-576E-230C654FACCB}"/>
              </a:ext>
            </a:extLst>
          </p:cNvPr>
          <p:cNvSpPr>
            <a:spLocks noGrp="1"/>
          </p:cNvSpPr>
          <p:nvPr>
            <p:ph type="sldNum" sz="quarter" idx="12"/>
          </p:nvPr>
        </p:nvSpPr>
        <p:spPr/>
        <p:txBody>
          <a:bodyPr/>
          <a:lstStyle/>
          <a:p>
            <a:fld id="{7883042D-D5CA-4052-B2E0-4089F84ED428}" type="slidenum">
              <a:rPr lang="pt-BR" smtClean="0"/>
              <a:t>‹nº›</a:t>
            </a:fld>
            <a:endParaRPr lang="pt-BR"/>
          </a:p>
        </p:txBody>
      </p:sp>
    </p:spTree>
    <p:extLst>
      <p:ext uri="{BB962C8B-B14F-4D97-AF65-F5344CB8AC3E}">
        <p14:creationId xmlns:p14="http://schemas.microsoft.com/office/powerpoint/2010/main" val="792075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2B5378-4EF2-32C7-6707-7644AA53E8F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DAC5D4E7-1A6C-BC9F-B2F1-F82861CF62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C35E6A79-96CE-DBCD-9C0F-16580BBE80CF}"/>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3C8E4759-C36C-93D3-434F-08E4A1F5F5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93412B5F-8C87-D39C-A170-6B959DB1011F}"/>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2523CD1-12F9-0316-F058-7D2A34BD05FF}"/>
              </a:ext>
            </a:extLst>
          </p:cNvPr>
          <p:cNvSpPr>
            <a:spLocks noGrp="1"/>
          </p:cNvSpPr>
          <p:nvPr>
            <p:ph type="dt" sz="half" idx="10"/>
          </p:nvPr>
        </p:nvSpPr>
        <p:spPr/>
        <p:txBody>
          <a:bodyPr/>
          <a:lstStyle/>
          <a:p>
            <a:fld id="{69EB550B-EFEB-4546-91EB-AEFAFB6C12D0}" type="datetimeFigureOut">
              <a:rPr lang="pt-BR" smtClean="0"/>
              <a:t>13/03/2025</a:t>
            </a:fld>
            <a:endParaRPr lang="pt-BR"/>
          </a:p>
        </p:txBody>
      </p:sp>
      <p:sp>
        <p:nvSpPr>
          <p:cNvPr id="8" name="Espaço Reservado para Rodapé 7">
            <a:extLst>
              <a:ext uri="{FF2B5EF4-FFF2-40B4-BE49-F238E27FC236}">
                <a16:creationId xmlns:a16="http://schemas.microsoft.com/office/drawing/2014/main" id="{67B20075-C356-AC85-5D3C-D5F491F77640}"/>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C8EF0A2F-9BB9-967A-D15F-700D5BE9F28F}"/>
              </a:ext>
            </a:extLst>
          </p:cNvPr>
          <p:cNvSpPr>
            <a:spLocks noGrp="1"/>
          </p:cNvSpPr>
          <p:nvPr>
            <p:ph type="sldNum" sz="quarter" idx="12"/>
          </p:nvPr>
        </p:nvSpPr>
        <p:spPr/>
        <p:txBody>
          <a:bodyPr/>
          <a:lstStyle/>
          <a:p>
            <a:fld id="{7883042D-D5CA-4052-B2E0-4089F84ED428}" type="slidenum">
              <a:rPr lang="pt-BR" smtClean="0"/>
              <a:t>‹nº›</a:t>
            </a:fld>
            <a:endParaRPr lang="pt-BR"/>
          </a:p>
        </p:txBody>
      </p:sp>
    </p:spTree>
    <p:extLst>
      <p:ext uri="{BB962C8B-B14F-4D97-AF65-F5344CB8AC3E}">
        <p14:creationId xmlns:p14="http://schemas.microsoft.com/office/powerpoint/2010/main" val="2167755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D662E9-C08F-659A-3918-1D730212150E}"/>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B77C51DA-3669-6A65-5B58-A73E8633B5B3}"/>
              </a:ext>
            </a:extLst>
          </p:cNvPr>
          <p:cNvSpPr>
            <a:spLocks noGrp="1"/>
          </p:cNvSpPr>
          <p:nvPr>
            <p:ph type="dt" sz="half" idx="10"/>
          </p:nvPr>
        </p:nvSpPr>
        <p:spPr/>
        <p:txBody>
          <a:bodyPr/>
          <a:lstStyle/>
          <a:p>
            <a:fld id="{69EB550B-EFEB-4546-91EB-AEFAFB6C12D0}" type="datetimeFigureOut">
              <a:rPr lang="pt-BR" smtClean="0"/>
              <a:t>13/03/2025</a:t>
            </a:fld>
            <a:endParaRPr lang="pt-BR"/>
          </a:p>
        </p:txBody>
      </p:sp>
      <p:sp>
        <p:nvSpPr>
          <p:cNvPr id="4" name="Espaço Reservado para Rodapé 3">
            <a:extLst>
              <a:ext uri="{FF2B5EF4-FFF2-40B4-BE49-F238E27FC236}">
                <a16:creationId xmlns:a16="http://schemas.microsoft.com/office/drawing/2014/main" id="{E19E5D23-876D-4514-9BCF-42B93C406081}"/>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25612ACF-A264-B52D-F867-02E457DFE0EC}"/>
              </a:ext>
            </a:extLst>
          </p:cNvPr>
          <p:cNvSpPr>
            <a:spLocks noGrp="1"/>
          </p:cNvSpPr>
          <p:nvPr>
            <p:ph type="sldNum" sz="quarter" idx="12"/>
          </p:nvPr>
        </p:nvSpPr>
        <p:spPr/>
        <p:txBody>
          <a:bodyPr/>
          <a:lstStyle/>
          <a:p>
            <a:fld id="{7883042D-D5CA-4052-B2E0-4089F84ED428}" type="slidenum">
              <a:rPr lang="pt-BR" smtClean="0"/>
              <a:t>‹nº›</a:t>
            </a:fld>
            <a:endParaRPr lang="pt-BR"/>
          </a:p>
        </p:txBody>
      </p:sp>
    </p:spTree>
    <p:extLst>
      <p:ext uri="{BB962C8B-B14F-4D97-AF65-F5344CB8AC3E}">
        <p14:creationId xmlns:p14="http://schemas.microsoft.com/office/powerpoint/2010/main" val="1836679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21D032C9-11BD-D255-2A6F-0963D7172BB8}"/>
              </a:ext>
            </a:extLst>
          </p:cNvPr>
          <p:cNvSpPr>
            <a:spLocks noGrp="1"/>
          </p:cNvSpPr>
          <p:nvPr>
            <p:ph type="dt" sz="half" idx="10"/>
          </p:nvPr>
        </p:nvSpPr>
        <p:spPr/>
        <p:txBody>
          <a:bodyPr/>
          <a:lstStyle/>
          <a:p>
            <a:fld id="{69EB550B-EFEB-4546-91EB-AEFAFB6C12D0}" type="datetimeFigureOut">
              <a:rPr lang="pt-BR" smtClean="0"/>
              <a:t>13/03/2025</a:t>
            </a:fld>
            <a:endParaRPr lang="pt-BR"/>
          </a:p>
        </p:txBody>
      </p:sp>
      <p:sp>
        <p:nvSpPr>
          <p:cNvPr id="3" name="Espaço Reservado para Rodapé 2">
            <a:extLst>
              <a:ext uri="{FF2B5EF4-FFF2-40B4-BE49-F238E27FC236}">
                <a16:creationId xmlns:a16="http://schemas.microsoft.com/office/drawing/2014/main" id="{F99E107D-72CB-F08F-EE61-576AEC04E5C5}"/>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1CC54699-5C97-7506-B096-9AD61056A2E5}"/>
              </a:ext>
            </a:extLst>
          </p:cNvPr>
          <p:cNvSpPr>
            <a:spLocks noGrp="1"/>
          </p:cNvSpPr>
          <p:nvPr>
            <p:ph type="sldNum" sz="quarter" idx="12"/>
          </p:nvPr>
        </p:nvSpPr>
        <p:spPr/>
        <p:txBody>
          <a:bodyPr/>
          <a:lstStyle/>
          <a:p>
            <a:fld id="{7883042D-D5CA-4052-B2E0-4089F84ED428}" type="slidenum">
              <a:rPr lang="pt-BR" smtClean="0"/>
              <a:t>‹nº›</a:t>
            </a:fld>
            <a:endParaRPr lang="pt-BR"/>
          </a:p>
        </p:txBody>
      </p:sp>
    </p:spTree>
    <p:extLst>
      <p:ext uri="{BB962C8B-B14F-4D97-AF65-F5344CB8AC3E}">
        <p14:creationId xmlns:p14="http://schemas.microsoft.com/office/powerpoint/2010/main" val="3278717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FAD819-62EE-5946-4BCB-4AE795C14024}"/>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EB18CA50-9447-297D-CADD-5546054D2B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EDBDED2B-2F69-9B6D-DE75-7176DC7AF2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B0CDB6D6-2211-9195-122C-3CF7A4D8C96B}"/>
              </a:ext>
            </a:extLst>
          </p:cNvPr>
          <p:cNvSpPr>
            <a:spLocks noGrp="1"/>
          </p:cNvSpPr>
          <p:nvPr>
            <p:ph type="dt" sz="half" idx="10"/>
          </p:nvPr>
        </p:nvSpPr>
        <p:spPr/>
        <p:txBody>
          <a:bodyPr/>
          <a:lstStyle/>
          <a:p>
            <a:fld id="{69EB550B-EFEB-4546-91EB-AEFAFB6C12D0}" type="datetimeFigureOut">
              <a:rPr lang="pt-BR" smtClean="0"/>
              <a:t>13/03/2025</a:t>
            </a:fld>
            <a:endParaRPr lang="pt-BR"/>
          </a:p>
        </p:txBody>
      </p:sp>
      <p:sp>
        <p:nvSpPr>
          <p:cNvPr id="6" name="Espaço Reservado para Rodapé 5">
            <a:extLst>
              <a:ext uri="{FF2B5EF4-FFF2-40B4-BE49-F238E27FC236}">
                <a16:creationId xmlns:a16="http://schemas.microsoft.com/office/drawing/2014/main" id="{4E420D9E-8283-7A2A-BD95-6DA53491C23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1D96E2D-D912-8EB3-F140-B87A0F47C6B2}"/>
              </a:ext>
            </a:extLst>
          </p:cNvPr>
          <p:cNvSpPr>
            <a:spLocks noGrp="1"/>
          </p:cNvSpPr>
          <p:nvPr>
            <p:ph type="sldNum" sz="quarter" idx="12"/>
          </p:nvPr>
        </p:nvSpPr>
        <p:spPr/>
        <p:txBody>
          <a:bodyPr/>
          <a:lstStyle/>
          <a:p>
            <a:fld id="{7883042D-D5CA-4052-B2E0-4089F84ED428}" type="slidenum">
              <a:rPr lang="pt-BR" smtClean="0"/>
              <a:t>‹nº›</a:t>
            </a:fld>
            <a:endParaRPr lang="pt-BR"/>
          </a:p>
        </p:txBody>
      </p:sp>
    </p:spTree>
    <p:extLst>
      <p:ext uri="{BB962C8B-B14F-4D97-AF65-F5344CB8AC3E}">
        <p14:creationId xmlns:p14="http://schemas.microsoft.com/office/powerpoint/2010/main" val="2263753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E5DE1F-DC99-ECA4-4834-7032BFEE4613}"/>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0819CE0A-0957-49E9-88C9-A1E9572105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2D26B06D-424E-B7A0-18A0-93FBED4620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EE4CAA2-3FDB-8FA5-171D-C4E9140B457F}"/>
              </a:ext>
            </a:extLst>
          </p:cNvPr>
          <p:cNvSpPr>
            <a:spLocks noGrp="1"/>
          </p:cNvSpPr>
          <p:nvPr>
            <p:ph type="dt" sz="half" idx="10"/>
          </p:nvPr>
        </p:nvSpPr>
        <p:spPr/>
        <p:txBody>
          <a:bodyPr/>
          <a:lstStyle/>
          <a:p>
            <a:fld id="{69EB550B-EFEB-4546-91EB-AEFAFB6C12D0}" type="datetimeFigureOut">
              <a:rPr lang="pt-BR" smtClean="0"/>
              <a:t>13/03/2025</a:t>
            </a:fld>
            <a:endParaRPr lang="pt-BR"/>
          </a:p>
        </p:txBody>
      </p:sp>
      <p:sp>
        <p:nvSpPr>
          <p:cNvPr id="6" name="Espaço Reservado para Rodapé 5">
            <a:extLst>
              <a:ext uri="{FF2B5EF4-FFF2-40B4-BE49-F238E27FC236}">
                <a16:creationId xmlns:a16="http://schemas.microsoft.com/office/drawing/2014/main" id="{4BA5B140-B4B3-863A-5C4B-AA747BFAB81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12E50FB-2E7D-F2EE-9D51-0D157B1D942A}"/>
              </a:ext>
            </a:extLst>
          </p:cNvPr>
          <p:cNvSpPr>
            <a:spLocks noGrp="1"/>
          </p:cNvSpPr>
          <p:nvPr>
            <p:ph type="sldNum" sz="quarter" idx="12"/>
          </p:nvPr>
        </p:nvSpPr>
        <p:spPr/>
        <p:txBody>
          <a:bodyPr/>
          <a:lstStyle/>
          <a:p>
            <a:fld id="{7883042D-D5CA-4052-B2E0-4089F84ED428}" type="slidenum">
              <a:rPr lang="pt-BR" smtClean="0"/>
              <a:t>‹nº›</a:t>
            </a:fld>
            <a:endParaRPr lang="pt-BR"/>
          </a:p>
        </p:txBody>
      </p:sp>
    </p:spTree>
    <p:extLst>
      <p:ext uri="{BB962C8B-B14F-4D97-AF65-F5344CB8AC3E}">
        <p14:creationId xmlns:p14="http://schemas.microsoft.com/office/powerpoint/2010/main" val="2949057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B5C14D-3337-B238-E89C-5A4EB9779FA1}"/>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A1605B1B-D7CE-8DBF-5543-E80FB3B39E2B}"/>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4F952BC-FB28-1B77-E1F6-91596FE781B3}"/>
              </a:ext>
            </a:extLst>
          </p:cNvPr>
          <p:cNvSpPr>
            <a:spLocks noGrp="1"/>
          </p:cNvSpPr>
          <p:nvPr>
            <p:ph type="dt" sz="half" idx="10"/>
          </p:nvPr>
        </p:nvSpPr>
        <p:spPr/>
        <p:txBody>
          <a:bodyPr/>
          <a:lstStyle/>
          <a:p>
            <a:fld id="{69EB550B-EFEB-4546-91EB-AEFAFB6C12D0}" type="datetimeFigureOut">
              <a:rPr lang="pt-BR" smtClean="0"/>
              <a:t>13/03/2025</a:t>
            </a:fld>
            <a:endParaRPr lang="pt-BR"/>
          </a:p>
        </p:txBody>
      </p:sp>
      <p:sp>
        <p:nvSpPr>
          <p:cNvPr id="5" name="Espaço Reservado para Rodapé 4">
            <a:extLst>
              <a:ext uri="{FF2B5EF4-FFF2-40B4-BE49-F238E27FC236}">
                <a16:creationId xmlns:a16="http://schemas.microsoft.com/office/drawing/2014/main" id="{ED67525E-FEA8-7B6F-24FB-8AD26B25009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E4EE644-3879-FAC5-9E7A-F374774A1590}"/>
              </a:ext>
            </a:extLst>
          </p:cNvPr>
          <p:cNvSpPr>
            <a:spLocks noGrp="1"/>
          </p:cNvSpPr>
          <p:nvPr>
            <p:ph type="sldNum" sz="quarter" idx="12"/>
          </p:nvPr>
        </p:nvSpPr>
        <p:spPr/>
        <p:txBody>
          <a:bodyPr/>
          <a:lstStyle/>
          <a:p>
            <a:fld id="{7883042D-D5CA-4052-B2E0-4089F84ED428}" type="slidenum">
              <a:rPr lang="pt-BR" smtClean="0"/>
              <a:t>‹nº›</a:t>
            </a:fld>
            <a:endParaRPr lang="pt-BR"/>
          </a:p>
        </p:txBody>
      </p:sp>
    </p:spTree>
    <p:extLst>
      <p:ext uri="{BB962C8B-B14F-4D97-AF65-F5344CB8AC3E}">
        <p14:creationId xmlns:p14="http://schemas.microsoft.com/office/powerpoint/2010/main" val="2670283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04103D7-34C5-28D9-4294-F50FC99AC14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771FAF6D-DC53-422F-7321-0F0170EC7125}"/>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2C60778-9084-8E66-79FD-B1B8E3E06154}"/>
              </a:ext>
            </a:extLst>
          </p:cNvPr>
          <p:cNvSpPr>
            <a:spLocks noGrp="1"/>
          </p:cNvSpPr>
          <p:nvPr>
            <p:ph type="dt" sz="half" idx="10"/>
          </p:nvPr>
        </p:nvSpPr>
        <p:spPr/>
        <p:txBody>
          <a:bodyPr/>
          <a:lstStyle/>
          <a:p>
            <a:fld id="{69EB550B-EFEB-4546-91EB-AEFAFB6C12D0}" type="datetimeFigureOut">
              <a:rPr lang="pt-BR" smtClean="0"/>
              <a:t>13/03/2025</a:t>
            </a:fld>
            <a:endParaRPr lang="pt-BR"/>
          </a:p>
        </p:txBody>
      </p:sp>
      <p:sp>
        <p:nvSpPr>
          <p:cNvPr id="5" name="Espaço Reservado para Rodapé 4">
            <a:extLst>
              <a:ext uri="{FF2B5EF4-FFF2-40B4-BE49-F238E27FC236}">
                <a16:creationId xmlns:a16="http://schemas.microsoft.com/office/drawing/2014/main" id="{649D0DDC-640E-5BF8-51A0-1D1FCAD62AD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EBEFE62-45BC-640C-4197-2A2ECB231E3A}"/>
              </a:ext>
            </a:extLst>
          </p:cNvPr>
          <p:cNvSpPr>
            <a:spLocks noGrp="1"/>
          </p:cNvSpPr>
          <p:nvPr>
            <p:ph type="sldNum" sz="quarter" idx="12"/>
          </p:nvPr>
        </p:nvSpPr>
        <p:spPr/>
        <p:txBody>
          <a:bodyPr/>
          <a:lstStyle/>
          <a:p>
            <a:fld id="{7883042D-D5CA-4052-B2E0-4089F84ED428}" type="slidenum">
              <a:rPr lang="pt-BR" smtClean="0"/>
              <a:t>‹nº›</a:t>
            </a:fld>
            <a:endParaRPr lang="pt-BR"/>
          </a:p>
        </p:txBody>
      </p:sp>
    </p:spTree>
    <p:extLst>
      <p:ext uri="{BB962C8B-B14F-4D97-AF65-F5344CB8AC3E}">
        <p14:creationId xmlns:p14="http://schemas.microsoft.com/office/powerpoint/2010/main" val="3708524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7EAA3139-2E19-22B2-5D8F-8B96C3BED5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C5EE3EDC-9FC4-BFC6-B402-9EA4E6B06D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8E7D1B3-F15C-61E5-10AF-F92B386ADA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EB550B-EFEB-4546-91EB-AEFAFB6C12D0}" type="datetimeFigureOut">
              <a:rPr lang="pt-BR" smtClean="0"/>
              <a:t>13/03/2025</a:t>
            </a:fld>
            <a:endParaRPr lang="pt-BR"/>
          </a:p>
        </p:txBody>
      </p:sp>
      <p:sp>
        <p:nvSpPr>
          <p:cNvPr id="5" name="Espaço Reservado para Rodapé 4">
            <a:extLst>
              <a:ext uri="{FF2B5EF4-FFF2-40B4-BE49-F238E27FC236}">
                <a16:creationId xmlns:a16="http://schemas.microsoft.com/office/drawing/2014/main" id="{0EF10869-6B03-D5CD-20E6-F0B013B5B9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D1C54D23-E3C5-60C3-8B0B-35D49D5D6A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83042D-D5CA-4052-B2E0-4089F84ED428}" type="slidenum">
              <a:rPr lang="pt-BR" smtClean="0"/>
              <a:t>‹nº›</a:t>
            </a:fld>
            <a:endParaRPr lang="pt-BR"/>
          </a:p>
        </p:txBody>
      </p:sp>
    </p:spTree>
    <p:extLst>
      <p:ext uri="{BB962C8B-B14F-4D97-AF65-F5344CB8AC3E}">
        <p14:creationId xmlns:p14="http://schemas.microsoft.com/office/powerpoint/2010/main" val="1655833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ipse 3">
            <a:extLst>
              <a:ext uri="{FF2B5EF4-FFF2-40B4-BE49-F238E27FC236}">
                <a16:creationId xmlns:a16="http://schemas.microsoft.com/office/drawing/2014/main" id="{EC68742E-03DB-BB21-B641-5167B663D2DB}"/>
              </a:ext>
            </a:extLst>
          </p:cNvPr>
          <p:cNvSpPr/>
          <p:nvPr/>
        </p:nvSpPr>
        <p:spPr>
          <a:xfrm>
            <a:off x="1156967" y="188452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a:extLst>
              <a:ext uri="{FF2B5EF4-FFF2-40B4-BE49-F238E27FC236}">
                <a16:creationId xmlns:a16="http://schemas.microsoft.com/office/drawing/2014/main" id="{1F2DA1E7-F617-360D-6550-C8D711398DEB}"/>
              </a:ext>
            </a:extLst>
          </p:cNvPr>
          <p:cNvSpPr/>
          <p:nvPr/>
        </p:nvSpPr>
        <p:spPr>
          <a:xfrm>
            <a:off x="2721767" y="188452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a:extLst>
              <a:ext uri="{FF2B5EF4-FFF2-40B4-BE49-F238E27FC236}">
                <a16:creationId xmlns:a16="http://schemas.microsoft.com/office/drawing/2014/main" id="{0ECD58AD-A062-0895-94A9-A778AB714A95}"/>
              </a:ext>
            </a:extLst>
          </p:cNvPr>
          <p:cNvSpPr/>
          <p:nvPr/>
        </p:nvSpPr>
        <p:spPr>
          <a:xfrm>
            <a:off x="2000277" y="3347247"/>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aixaDeTexto 9">
            <a:extLst>
              <a:ext uri="{FF2B5EF4-FFF2-40B4-BE49-F238E27FC236}">
                <a16:creationId xmlns:a16="http://schemas.microsoft.com/office/drawing/2014/main" id="{AF51B473-4180-30B2-A56B-48F487C5217C}"/>
              </a:ext>
            </a:extLst>
          </p:cNvPr>
          <p:cNvSpPr txBox="1"/>
          <p:nvPr/>
        </p:nvSpPr>
        <p:spPr>
          <a:xfrm>
            <a:off x="138223" y="52479"/>
            <a:ext cx="4739439" cy="369332"/>
          </a:xfrm>
          <a:prstGeom prst="rect">
            <a:avLst/>
          </a:prstGeom>
          <a:noFill/>
        </p:spPr>
        <p:txBody>
          <a:bodyPr wrap="none" rtlCol="0">
            <a:spAutoFit/>
          </a:bodyPr>
          <a:lstStyle/>
          <a:p>
            <a:r>
              <a:rPr lang="pt-BR" dirty="0"/>
              <a:t>Removendo espécies com apenas 1 presença</a:t>
            </a:r>
          </a:p>
        </p:txBody>
      </p:sp>
      <p:sp>
        <p:nvSpPr>
          <p:cNvPr id="11" name="CaixaDeTexto 10">
            <a:extLst>
              <a:ext uri="{FF2B5EF4-FFF2-40B4-BE49-F238E27FC236}">
                <a16:creationId xmlns:a16="http://schemas.microsoft.com/office/drawing/2014/main" id="{A4329722-60A3-2752-52DE-7E058E15AAAC}"/>
              </a:ext>
            </a:extLst>
          </p:cNvPr>
          <p:cNvSpPr txBox="1"/>
          <p:nvPr/>
        </p:nvSpPr>
        <p:spPr>
          <a:xfrm>
            <a:off x="163110" y="541048"/>
            <a:ext cx="2243371" cy="400110"/>
          </a:xfrm>
          <a:prstGeom prst="rect">
            <a:avLst/>
          </a:prstGeom>
          <a:noFill/>
        </p:spPr>
        <p:txBody>
          <a:bodyPr wrap="none" rtlCol="0">
            <a:spAutoFit/>
          </a:bodyPr>
          <a:lstStyle/>
          <a:p>
            <a:r>
              <a:rPr lang="pt-BR" sz="2000" b="1" dirty="0"/>
              <a:t>GLM multivariado</a:t>
            </a:r>
          </a:p>
        </p:txBody>
      </p:sp>
      <p:sp>
        <p:nvSpPr>
          <p:cNvPr id="12" name="CaixaDeTexto 11">
            <a:extLst>
              <a:ext uri="{FF2B5EF4-FFF2-40B4-BE49-F238E27FC236}">
                <a16:creationId xmlns:a16="http://schemas.microsoft.com/office/drawing/2014/main" id="{4E18BEBB-B8EF-2B45-8B53-1026A754B13E}"/>
              </a:ext>
            </a:extLst>
          </p:cNvPr>
          <p:cNvSpPr txBox="1"/>
          <p:nvPr/>
        </p:nvSpPr>
        <p:spPr>
          <a:xfrm>
            <a:off x="6942184" y="554420"/>
            <a:ext cx="831959" cy="400110"/>
          </a:xfrm>
          <a:prstGeom prst="rect">
            <a:avLst/>
          </a:prstGeom>
          <a:noFill/>
        </p:spPr>
        <p:txBody>
          <a:bodyPr wrap="none" rtlCol="0">
            <a:spAutoFit/>
          </a:bodyPr>
          <a:lstStyle/>
          <a:p>
            <a:r>
              <a:rPr lang="pt-BR" sz="2000" b="1" dirty="0" err="1"/>
              <a:t>RDAp</a:t>
            </a:r>
            <a:endParaRPr lang="pt-BR" sz="2000" b="1" dirty="0"/>
          </a:p>
        </p:txBody>
      </p:sp>
      <p:sp>
        <p:nvSpPr>
          <p:cNvPr id="16" name="CaixaDeTexto 15">
            <a:extLst>
              <a:ext uri="{FF2B5EF4-FFF2-40B4-BE49-F238E27FC236}">
                <a16:creationId xmlns:a16="http://schemas.microsoft.com/office/drawing/2014/main" id="{5FADF370-8D81-AC75-00B5-C37C38AF1205}"/>
              </a:ext>
            </a:extLst>
          </p:cNvPr>
          <p:cNvSpPr txBox="1"/>
          <p:nvPr/>
        </p:nvSpPr>
        <p:spPr>
          <a:xfrm>
            <a:off x="0" y="6436189"/>
            <a:ext cx="1345689" cy="369332"/>
          </a:xfrm>
          <a:prstGeom prst="rect">
            <a:avLst/>
          </a:prstGeom>
          <a:noFill/>
        </p:spPr>
        <p:txBody>
          <a:bodyPr wrap="none" rtlCol="0">
            <a:spAutoFit/>
          </a:bodyPr>
          <a:lstStyle/>
          <a:p>
            <a:r>
              <a:rPr lang="pt-BR" dirty="0"/>
              <a:t>Full model: </a:t>
            </a:r>
          </a:p>
        </p:txBody>
      </p:sp>
      <p:sp>
        <p:nvSpPr>
          <p:cNvPr id="17" name="CaixaDeTexto 16">
            <a:extLst>
              <a:ext uri="{FF2B5EF4-FFF2-40B4-BE49-F238E27FC236}">
                <a16:creationId xmlns:a16="http://schemas.microsoft.com/office/drawing/2014/main" id="{76B3DBA9-ED77-9222-AD81-5BD5993C24E6}"/>
              </a:ext>
            </a:extLst>
          </p:cNvPr>
          <p:cNvSpPr txBox="1"/>
          <p:nvPr/>
        </p:nvSpPr>
        <p:spPr>
          <a:xfrm>
            <a:off x="6641492" y="6449561"/>
            <a:ext cx="1345689" cy="369332"/>
          </a:xfrm>
          <a:prstGeom prst="rect">
            <a:avLst/>
          </a:prstGeom>
          <a:noFill/>
        </p:spPr>
        <p:txBody>
          <a:bodyPr wrap="none" rtlCol="0">
            <a:spAutoFit/>
          </a:bodyPr>
          <a:lstStyle/>
          <a:p>
            <a:r>
              <a:rPr lang="pt-BR" dirty="0"/>
              <a:t>Full model: </a:t>
            </a:r>
          </a:p>
        </p:txBody>
      </p:sp>
      <p:sp>
        <p:nvSpPr>
          <p:cNvPr id="18" name="CaixaDeTexto 17">
            <a:extLst>
              <a:ext uri="{FF2B5EF4-FFF2-40B4-BE49-F238E27FC236}">
                <a16:creationId xmlns:a16="http://schemas.microsoft.com/office/drawing/2014/main" id="{D4911FFF-9503-CC7A-5716-36BB3058B03E}"/>
              </a:ext>
            </a:extLst>
          </p:cNvPr>
          <p:cNvSpPr txBox="1"/>
          <p:nvPr/>
        </p:nvSpPr>
        <p:spPr>
          <a:xfrm>
            <a:off x="2000277" y="1414543"/>
            <a:ext cx="867545" cy="369332"/>
          </a:xfrm>
          <a:prstGeom prst="rect">
            <a:avLst/>
          </a:prstGeom>
          <a:noFill/>
        </p:spPr>
        <p:txBody>
          <a:bodyPr wrap="none" rtlCol="0">
            <a:spAutoFit/>
          </a:bodyPr>
          <a:lstStyle/>
          <a:p>
            <a:r>
              <a:rPr lang="pt-BR" dirty="0"/>
              <a:t>0.1276</a:t>
            </a:r>
          </a:p>
        </p:txBody>
      </p:sp>
      <p:sp>
        <p:nvSpPr>
          <p:cNvPr id="19" name="CaixaDeTexto 18">
            <a:extLst>
              <a:ext uri="{FF2B5EF4-FFF2-40B4-BE49-F238E27FC236}">
                <a16:creationId xmlns:a16="http://schemas.microsoft.com/office/drawing/2014/main" id="{E528F8B8-1462-5466-20B5-6B88306ABA57}"/>
              </a:ext>
            </a:extLst>
          </p:cNvPr>
          <p:cNvSpPr txBox="1"/>
          <p:nvPr/>
        </p:nvSpPr>
        <p:spPr>
          <a:xfrm>
            <a:off x="1472331" y="2776607"/>
            <a:ext cx="867545" cy="369332"/>
          </a:xfrm>
          <a:prstGeom prst="rect">
            <a:avLst/>
          </a:prstGeom>
          <a:noFill/>
        </p:spPr>
        <p:txBody>
          <a:bodyPr wrap="none" rtlCol="0">
            <a:spAutoFit/>
          </a:bodyPr>
          <a:lstStyle/>
          <a:p>
            <a:r>
              <a:rPr lang="pt-BR" dirty="0"/>
              <a:t>0.0006</a:t>
            </a:r>
          </a:p>
        </p:txBody>
      </p:sp>
      <p:sp>
        <p:nvSpPr>
          <p:cNvPr id="20" name="CaixaDeTexto 19">
            <a:extLst>
              <a:ext uri="{FF2B5EF4-FFF2-40B4-BE49-F238E27FC236}">
                <a16:creationId xmlns:a16="http://schemas.microsoft.com/office/drawing/2014/main" id="{D9AD7219-39B7-60F5-B1DE-8C8D2DCF23A3}"/>
              </a:ext>
            </a:extLst>
          </p:cNvPr>
          <p:cNvSpPr txBox="1"/>
          <p:nvPr/>
        </p:nvSpPr>
        <p:spPr>
          <a:xfrm>
            <a:off x="3734253" y="1414543"/>
            <a:ext cx="867545" cy="369332"/>
          </a:xfrm>
          <a:prstGeom prst="rect">
            <a:avLst/>
          </a:prstGeom>
          <a:noFill/>
        </p:spPr>
        <p:txBody>
          <a:bodyPr wrap="none" rtlCol="0">
            <a:spAutoFit/>
          </a:bodyPr>
          <a:lstStyle/>
          <a:p>
            <a:r>
              <a:rPr lang="pt-BR" dirty="0"/>
              <a:t>0.1574</a:t>
            </a:r>
          </a:p>
        </p:txBody>
      </p:sp>
      <p:sp>
        <p:nvSpPr>
          <p:cNvPr id="21" name="CaixaDeTexto 20">
            <a:extLst>
              <a:ext uri="{FF2B5EF4-FFF2-40B4-BE49-F238E27FC236}">
                <a16:creationId xmlns:a16="http://schemas.microsoft.com/office/drawing/2014/main" id="{CF3FB822-DE8B-1CFC-7695-3CD8D18C8A0F}"/>
              </a:ext>
            </a:extLst>
          </p:cNvPr>
          <p:cNvSpPr txBox="1"/>
          <p:nvPr/>
        </p:nvSpPr>
        <p:spPr>
          <a:xfrm>
            <a:off x="2947421" y="5952653"/>
            <a:ext cx="867545" cy="369332"/>
          </a:xfrm>
          <a:prstGeom prst="rect">
            <a:avLst/>
          </a:prstGeom>
          <a:noFill/>
        </p:spPr>
        <p:txBody>
          <a:bodyPr wrap="none" rtlCol="0">
            <a:spAutoFit/>
          </a:bodyPr>
          <a:lstStyle/>
          <a:p>
            <a:r>
              <a:rPr lang="pt-BR" dirty="0"/>
              <a:t>0.2371</a:t>
            </a:r>
          </a:p>
        </p:txBody>
      </p:sp>
      <p:sp>
        <p:nvSpPr>
          <p:cNvPr id="22" name="CaixaDeTexto 21">
            <a:extLst>
              <a:ext uri="{FF2B5EF4-FFF2-40B4-BE49-F238E27FC236}">
                <a16:creationId xmlns:a16="http://schemas.microsoft.com/office/drawing/2014/main" id="{511147D3-783A-899A-D10D-E0AE5417E42B}"/>
              </a:ext>
            </a:extLst>
          </p:cNvPr>
          <p:cNvSpPr txBox="1"/>
          <p:nvPr/>
        </p:nvSpPr>
        <p:spPr>
          <a:xfrm>
            <a:off x="4059806" y="2776608"/>
            <a:ext cx="953907" cy="369332"/>
          </a:xfrm>
          <a:prstGeom prst="rect">
            <a:avLst/>
          </a:prstGeom>
          <a:noFill/>
        </p:spPr>
        <p:txBody>
          <a:bodyPr wrap="square" rtlCol="0">
            <a:spAutoFit/>
          </a:bodyPr>
          <a:lstStyle/>
          <a:p>
            <a:r>
              <a:rPr lang="pt-BR" dirty="0"/>
              <a:t>0.1695</a:t>
            </a:r>
          </a:p>
        </p:txBody>
      </p:sp>
      <p:sp>
        <p:nvSpPr>
          <p:cNvPr id="23" name="CaixaDeTexto 22">
            <a:extLst>
              <a:ext uri="{FF2B5EF4-FFF2-40B4-BE49-F238E27FC236}">
                <a16:creationId xmlns:a16="http://schemas.microsoft.com/office/drawing/2014/main" id="{3CFD3071-381C-855C-3891-E7903F2BBD54}"/>
              </a:ext>
            </a:extLst>
          </p:cNvPr>
          <p:cNvSpPr txBox="1"/>
          <p:nvPr/>
        </p:nvSpPr>
        <p:spPr>
          <a:xfrm>
            <a:off x="2877846" y="4839049"/>
            <a:ext cx="1181959" cy="369332"/>
          </a:xfrm>
          <a:prstGeom prst="rect">
            <a:avLst/>
          </a:prstGeom>
          <a:noFill/>
        </p:spPr>
        <p:txBody>
          <a:bodyPr wrap="square" rtlCol="0">
            <a:spAutoFit/>
          </a:bodyPr>
          <a:lstStyle/>
          <a:p>
            <a:r>
              <a:rPr lang="pt-BR" dirty="0"/>
              <a:t>0.2989</a:t>
            </a:r>
          </a:p>
        </p:txBody>
      </p:sp>
      <p:sp>
        <p:nvSpPr>
          <p:cNvPr id="24" name="CaixaDeTexto 23">
            <a:extLst>
              <a:ext uri="{FF2B5EF4-FFF2-40B4-BE49-F238E27FC236}">
                <a16:creationId xmlns:a16="http://schemas.microsoft.com/office/drawing/2014/main" id="{63C185BE-B79A-7777-E594-D1ABBA591CB9}"/>
              </a:ext>
            </a:extLst>
          </p:cNvPr>
          <p:cNvSpPr txBox="1"/>
          <p:nvPr/>
        </p:nvSpPr>
        <p:spPr>
          <a:xfrm>
            <a:off x="1475737" y="2205968"/>
            <a:ext cx="1146917" cy="369332"/>
          </a:xfrm>
          <a:prstGeom prst="rect">
            <a:avLst/>
          </a:prstGeom>
          <a:noFill/>
        </p:spPr>
        <p:txBody>
          <a:bodyPr wrap="none" rtlCol="0">
            <a:spAutoFit/>
          </a:bodyPr>
          <a:lstStyle/>
          <a:p>
            <a:r>
              <a:rPr lang="pt-BR" dirty="0"/>
              <a:t>Ambiente</a:t>
            </a:r>
          </a:p>
        </p:txBody>
      </p:sp>
      <p:sp>
        <p:nvSpPr>
          <p:cNvPr id="25" name="CaixaDeTexto 24">
            <a:extLst>
              <a:ext uri="{FF2B5EF4-FFF2-40B4-BE49-F238E27FC236}">
                <a16:creationId xmlns:a16="http://schemas.microsoft.com/office/drawing/2014/main" id="{2EE74F9B-6A7D-EC56-3A46-3789DAB710AD}"/>
              </a:ext>
            </a:extLst>
          </p:cNvPr>
          <p:cNvSpPr txBox="1"/>
          <p:nvPr/>
        </p:nvSpPr>
        <p:spPr>
          <a:xfrm>
            <a:off x="3566779" y="2253861"/>
            <a:ext cx="1446935" cy="369332"/>
          </a:xfrm>
          <a:prstGeom prst="rect">
            <a:avLst/>
          </a:prstGeom>
          <a:noFill/>
        </p:spPr>
        <p:txBody>
          <a:bodyPr wrap="none" rtlCol="0">
            <a:spAutoFit/>
          </a:bodyPr>
          <a:lstStyle/>
          <a:p>
            <a:r>
              <a:rPr lang="pt-BR" dirty="0"/>
              <a:t>Urbanização</a:t>
            </a:r>
          </a:p>
        </p:txBody>
      </p:sp>
      <p:sp>
        <p:nvSpPr>
          <p:cNvPr id="26" name="CaixaDeTexto 25">
            <a:extLst>
              <a:ext uri="{FF2B5EF4-FFF2-40B4-BE49-F238E27FC236}">
                <a16:creationId xmlns:a16="http://schemas.microsoft.com/office/drawing/2014/main" id="{03ADDAE2-7FBC-AEA6-89A6-C966454BC06C}"/>
              </a:ext>
            </a:extLst>
          </p:cNvPr>
          <p:cNvSpPr txBox="1"/>
          <p:nvPr/>
        </p:nvSpPr>
        <p:spPr>
          <a:xfrm>
            <a:off x="2796848" y="4409511"/>
            <a:ext cx="926857" cy="369332"/>
          </a:xfrm>
          <a:prstGeom prst="rect">
            <a:avLst/>
          </a:prstGeom>
          <a:noFill/>
        </p:spPr>
        <p:txBody>
          <a:bodyPr wrap="none" rtlCol="0">
            <a:spAutoFit/>
          </a:bodyPr>
          <a:lstStyle/>
          <a:p>
            <a:r>
              <a:rPr lang="pt-BR" dirty="0"/>
              <a:t>Espaço</a:t>
            </a:r>
          </a:p>
        </p:txBody>
      </p:sp>
      <p:sp>
        <p:nvSpPr>
          <p:cNvPr id="27" name="Elipse 26">
            <a:extLst>
              <a:ext uri="{FF2B5EF4-FFF2-40B4-BE49-F238E27FC236}">
                <a16:creationId xmlns:a16="http://schemas.microsoft.com/office/drawing/2014/main" id="{E040D11F-2A7D-46C2-AC73-40C163F11195}"/>
              </a:ext>
            </a:extLst>
          </p:cNvPr>
          <p:cNvSpPr/>
          <p:nvPr/>
        </p:nvSpPr>
        <p:spPr>
          <a:xfrm>
            <a:off x="7489489" y="1702921"/>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Elipse 27">
            <a:extLst>
              <a:ext uri="{FF2B5EF4-FFF2-40B4-BE49-F238E27FC236}">
                <a16:creationId xmlns:a16="http://schemas.microsoft.com/office/drawing/2014/main" id="{DE30512A-11CE-AC85-7194-74C5CA7A70AB}"/>
              </a:ext>
            </a:extLst>
          </p:cNvPr>
          <p:cNvSpPr/>
          <p:nvPr/>
        </p:nvSpPr>
        <p:spPr>
          <a:xfrm>
            <a:off x="9054289" y="1702921"/>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Elipse 28">
            <a:extLst>
              <a:ext uri="{FF2B5EF4-FFF2-40B4-BE49-F238E27FC236}">
                <a16:creationId xmlns:a16="http://schemas.microsoft.com/office/drawing/2014/main" id="{112564FC-FE70-F3DF-9E14-7DA8D7320437}"/>
              </a:ext>
            </a:extLst>
          </p:cNvPr>
          <p:cNvSpPr/>
          <p:nvPr/>
        </p:nvSpPr>
        <p:spPr>
          <a:xfrm>
            <a:off x="8332799" y="316563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CaixaDeTexto 29">
            <a:extLst>
              <a:ext uri="{FF2B5EF4-FFF2-40B4-BE49-F238E27FC236}">
                <a16:creationId xmlns:a16="http://schemas.microsoft.com/office/drawing/2014/main" id="{92AA0C84-879C-68B0-9304-C2B5BB4C4AD2}"/>
              </a:ext>
            </a:extLst>
          </p:cNvPr>
          <p:cNvSpPr txBox="1"/>
          <p:nvPr/>
        </p:nvSpPr>
        <p:spPr>
          <a:xfrm>
            <a:off x="8332799" y="1232935"/>
            <a:ext cx="867545" cy="369332"/>
          </a:xfrm>
          <a:prstGeom prst="rect">
            <a:avLst/>
          </a:prstGeom>
          <a:noFill/>
        </p:spPr>
        <p:txBody>
          <a:bodyPr wrap="none" rtlCol="0">
            <a:spAutoFit/>
          </a:bodyPr>
          <a:lstStyle/>
          <a:p>
            <a:r>
              <a:rPr lang="pt-BR" dirty="0"/>
              <a:t>0.0792</a:t>
            </a:r>
          </a:p>
        </p:txBody>
      </p:sp>
      <p:sp>
        <p:nvSpPr>
          <p:cNvPr id="31" name="CaixaDeTexto 30">
            <a:extLst>
              <a:ext uri="{FF2B5EF4-FFF2-40B4-BE49-F238E27FC236}">
                <a16:creationId xmlns:a16="http://schemas.microsoft.com/office/drawing/2014/main" id="{08E93C06-B21A-3877-D1DA-C11B32ACEF9E}"/>
              </a:ext>
            </a:extLst>
          </p:cNvPr>
          <p:cNvSpPr txBox="1"/>
          <p:nvPr/>
        </p:nvSpPr>
        <p:spPr>
          <a:xfrm>
            <a:off x="7804853" y="2594999"/>
            <a:ext cx="867545" cy="369332"/>
          </a:xfrm>
          <a:prstGeom prst="rect">
            <a:avLst/>
          </a:prstGeom>
          <a:noFill/>
        </p:spPr>
        <p:txBody>
          <a:bodyPr wrap="none" rtlCol="0">
            <a:spAutoFit/>
          </a:bodyPr>
          <a:lstStyle/>
          <a:p>
            <a:r>
              <a:rPr lang="pt-BR" dirty="0"/>
              <a:t>0.0578</a:t>
            </a:r>
          </a:p>
        </p:txBody>
      </p:sp>
      <p:sp>
        <p:nvSpPr>
          <p:cNvPr id="32" name="CaixaDeTexto 31">
            <a:extLst>
              <a:ext uri="{FF2B5EF4-FFF2-40B4-BE49-F238E27FC236}">
                <a16:creationId xmlns:a16="http://schemas.microsoft.com/office/drawing/2014/main" id="{C0657939-9502-D699-A624-CD6240AF97BA}"/>
              </a:ext>
            </a:extLst>
          </p:cNvPr>
          <p:cNvSpPr txBox="1"/>
          <p:nvPr/>
        </p:nvSpPr>
        <p:spPr>
          <a:xfrm>
            <a:off x="10066775" y="1232935"/>
            <a:ext cx="946093" cy="369332"/>
          </a:xfrm>
          <a:prstGeom prst="rect">
            <a:avLst/>
          </a:prstGeom>
          <a:noFill/>
        </p:spPr>
        <p:txBody>
          <a:bodyPr wrap="none" rtlCol="0">
            <a:spAutoFit/>
          </a:bodyPr>
          <a:lstStyle/>
          <a:p>
            <a:r>
              <a:rPr lang="pt-BR" dirty="0"/>
              <a:t>-0.0112</a:t>
            </a:r>
          </a:p>
        </p:txBody>
      </p:sp>
      <p:sp>
        <p:nvSpPr>
          <p:cNvPr id="33" name="CaixaDeTexto 32">
            <a:extLst>
              <a:ext uri="{FF2B5EF4-FFF2-40B4-BE49-F238E27FC236}">
                <a16:creationId xmlns:a16="http://schemas.microsoft.com/office/drawing/2014/main" id="{57DD95DE-22DD-29AB-A4EC-727CDCA20BBA}"/>
              </a:ext>
            </a:extLst>
          </p:cNvPr>
          <p:cNvSpPr txBox="1"/>
          <p:nvPr/>
        </p:nvSpPr>
        <p:spPr>
          <a:xfrm>
            <a:off x="9279943" y="5771045"/>
            <a:ext cx="867545" cy="369332"/>
          </a:xfrm>
          <a:prstGeom prst="rect">
            <a:avLst/>
          </a:prstGeom>
          <a:noFill/>
        </p:spPr>
        <p:txBody>
          <a:bodyPr wrap="none" rtlCol="0">
            <a:spAutoFit/>
          </a:bodyPr>
          <a:lstStyle/>
          <a:p>
            <a:r>
              <a:rPr lang="pt-BR" dirty="0"/>
              <a:t>0.1894</a:t>
            </a:r>
          </a:p>
        </p:txBody>
      </p:sp>
      <p:sp>
        <p:nvSpPr>
          <p:cNvPr id="34" name="CaixaDeTexto 33">
            <a:extLst>
              <a:ext uri="{FF2B5EF4-FFF2-40B4-BE49-F238E27FC236}">
                <a16:creationId xmlns:a16="http://schemas.microsoft.com/office/drawing/2014/main" id="{2020AFF4-C87A-6DEE-DD4E-10FE53ACFEC6}"/>
              </a:ext>
            </a:extLst>
          </p:cNvPr>
          <p:cNvSpPr txBox="1"/>
          <p:nvPr/>
        </p:nvSpPr>
        <p:spPr>
          <a:xfrm>
            <a:off x="10392328" y="2595000"/>
            <a:ext cx="999185" cy="369332"/>
          </a:xfrm>
          <a:prstGeom prst="rect">
            <a:avLst/>
          </a:prstGeom>
          <a:noFill/>
        </p:spPr>
        <p:txBody>
          <a:bodyPr wrap="square" rtlCol="0">
            <a:spAutoFit/>
          </a:bodyPr>
          <a:lstStyle/>
          <a:p>
            <a:r>
              <a:rPr lang="pt-BR" dirty="0"/>
              <a:t>0.0307</a:t>
            </a:r>
          </a:p>
        </p:txBody>
      </p:sp>
      <p:sp>
        <p:nvSpPr>
          <p:cNvPr id="35" name="CaixaDeTexto 34">
            <a:extLst>
              <a:ext uri="{FF2B5EF4-FFF2-40B4-BE49-F238E27FC236}">
                <a16:creationId xmlns:a16="http://schemas.microsoft.com/office/drawing/2014/main" id="{D623432D-FD05-7EAB-9365-3DE3D9ED22E3}"/>
              </a:ext>
            </a:extLst>
          </p:cNvPr>
          <p:cNvSpPr txBox="1"/>
          <p:nvPr/>
        </p:nvSpPr>
        <p:spPr>
          <a:xfrm>
            <a:off x="9210368" y="4657441"/>
            <a:ext cx="1082809" cy="369332"/>
          </a:xfrm>
          <a:prstGeom prst="rect">
            <a:avLst/>
          </a:prstGeom>
          <a:noFill/>
        </p:spPr>
        <p:txBody>
          <a:bodyPr wrap="square" rtlCol="0">
            <a:spAutoFit/>
          </a:bodyPr>
          <a:lstStyle/>
          <a:p>
            <a:r>
              <a:rPr lang="pt-BR" dirty="0"/>
              <a:t>0.2011</a:t>
            </a:r>
          </a:p>
        </p:txBody>
      </p:sp>
      <p:sp>
        <p:nvSpPr>
          <p:cNvPr id="36" name="CaixaDeTexto 35">
            <a:extLst>
              <a:ext uri="{FF2B5EF4-FFF2-40B4-BE49-F238E27FC236}">
                <a16:creationId xmlns:a16="http://schemas.microsoft.com/office/drawing/2014/main" id="{41D39237-08F1-3FA5-9E73-8A91776D3BDB}"/>
              </a:ext>
            </a:extLst>
          </p:cNvPr>
          <p:cNvSpPr txBox="1"/>
          <p:nvPr/>
        </p:nvSpPr>
        <p:spPr>
          <a:xfrm>
            <a:off x="7808259" y="2024360"/>
            <a:ext cx="1146917" cy="369332"/>
          </a:xfrm>
          <a:prstGeom prst="rect">
            <a:avLst/>
          </a:prstGeom>
          <a:noFill/>
        </p:spPr>
        <p:txBody>
          <a:bodyPr wrap="none" rtlCol="0">
            <a:spAutoFit/>
          </a:bodyPr>
          <a:lstStyle/>
          <a:p>
            <a:r>
              <a:rPr lang="pt-BR" dirty="0"/>
              <a:t>Ambiente</a:t>
            </a:r>
          </a:p>
        </p:txBody>
      </p:sp>
      <p:sp>
        <p:nvSpPr>
          <p:cNvPr id="37" name="CaixaDeTexto 36">
            <a:extLst>
              <a:ext uri="{FF2B5EF4-FFF2-40B4-BE49-F238E27FC236}">
                <a16:creationId xmlns:a16="http://schemas.microsoft.com/office/drawing/2014/main" id="{06751936-BCD6-A8DB-465C-D3B22C35B96D}"/>
              </a:ext>
            </a:extLst>
          </p:cNvPr>
          <p:cNvSpPr txBox="1"/>
          <p:nvPr/>
        </p:nvSpPr>
        <p:spPr>
          <a:xfrm>
            <a:off x="9899301" y="2072253"/>
            <a:ext cx="1446935" cy="369332"/>
          </a:xfrm>
          <a:prstGeom prst="rect">
            <a:avLst/>
          </a:prstGeom>
          <a:noFill/>
        </p:spPr>
        <p:txBody>
          <a:bodyPr wrap="none" rtlCol="0">
            <a:spAutoFit/>
          </a:bodyPr>
          <a:lstStyle/>
          <a:p>
            <a:r>
              <a:rPr lang="pt-BR" dirty="0"/>
              <a:t>Urbanização</a:t>
            </a:r>
          </a:p>
        </p:txBody>
      </p:sp>
      <p:sp>
        <p:nvSpPr>
          <p:cNvPr id="38" name="CaixaDeTexto 37">
            <a:extLst>
              <a:ext uri="{FF2B5EF4-FFF2-40B4-BE49-F238E27FC236}">
                <a16:creationId xmlns:a16="http://schemas.microsoft.com/office/drawing/2014/main" id="{64438750-F53C-519F-D77E-631FDCD1578F}"/>
              </a:ext>
            </a:extLst>
          </p:cNvPr>
          <p:cNvSpPr txBox="1"/>
          <p:nvPr/>
        </p:nvSpPr>
        <p:spPr>
          <a:xfrm>
            <a:off x="9129370" y="4227903"/>
            <a:ext cx="926857" cy="369332"/>
          </a:xfrm>
          <a:prstGeom prst="rect">
            <a:avLst/>
          </a:prstGeom>
          <a:noFill/>
        </p:spPr>
        <p:txBody>
          <a:bodyPr wrap="none" rtlCol="0">
            <a:spAutoFit/>
          </a:bodyPr>
          <a:lstStyle/>
          <a:p>
            <a:r>
              <a:rPr lang="pt-BR" dirty="0"/>
              <a:t>Espaço</a:t>
            </a:r>
          </a:p>
        </p:txBody>
      </p:sp>
      <p:sp>
        <p:nvSpPr>
          <p:cNvPr id="39" name="CaixaDeTexto 38">
            <a:extLst>
              <a:ext uri="{FF2B5EF4-FFF2-40B4-BE49-F238E27FC236}">
                <a16:creationId xmlns:a16="http://schemas.microsoft.com/office/drawing/2014/main" id="{EB12C95F-78A4-8351-5539-19BD3AB6A601}"/>
              </a:ext>
            </a:extLst>
          </p:cNvPr>
          <p:cNvSpPr txBox="1"/>
          <p:nvPr/>
        </p:nvSpPr>
        <p:spPr>
          <a:xfrm>
            <a:off x="2732512" y="3447651"/>
            <a:ext cx="867545" cy="369332"/>
          </a:xfrm>
          <a:prstGeom prst="rect">
            <a:avLst/>
          </a:prstGeom>
          <a:noFill/>
        </p:spPr>
        <p:txBody>
          <a:bodyPr wrap="none" rtlCol="0">
            <a:spAutoFit/>
          </a:bodyPr>
          <a:lstStyle/>
          <a:p>
            <a:r>
              <a:rPr lang="pt-BR" dirty="0"/>
              <a:t>0.0090</a:t>
            </a:r>
          </a:p>
        </p:txBody>
      </p:sp>
      <p:sp>
        <p:nvSpPr>
          <p:cNvPr id="40" name="CaixaDeTexto 39">
            <a:extLst>
              <a:ext uri="{FF2B5EF4-FFF2-40B4-BE49-F238E27FC236}">
                <a16:creationId xmlns:a16="http://schemas.microsoft.com/office/drawing/2014/main" id="{01EEE06E-90D4-2989-BD10-24A744BBFF16}"/>
              </a:ext>
            </a:extLst>
          </p:cNvPr>
          <p:cNvSpPr txBox="1"/>
          <p:nvPr/>
        </p:nvSpPr>
        <p:spPr>
          <a:xfrm>
            <a:off x="8014043" y="6316830"/>
            <a:ext cx="1399742" cy="584775"/>
          </a:xfrm>
          <a:prstGeom prst="rect">
            <a:avLst/>
          </a:prstGeom>
          <a:noFill/>
        </p:spPr>
        <p:txBody>
          <a:bodyPr wrap="none" rtlCol="0">
            <a:spAutoFit/>
          </a:bodyPr>
          <a:lstStyle/>
          <a:p>
            <a:r>
              <a:rPr lang="pt-BR" sz="3200" b="1" dirty="0"/>
              <a:t>0.2739</a:t>
            </a:r>
          </a:p>
        </p:txBody>
      </p:sp>
      <p:sp>
        <p:nvSpPr>
          <p:cNvPr id="41" name="CaixaDeTexto 40">
            <a:extLst>
              <a:ext uri="{FF2B5EF4-FFF2-40B4-BE49-F238E27FC236}">
                <a16:creationId xmlns:a16="http://schemas.microsoft.com/office/drawing/2014/main" id="{263D01B0-7197-5DBF-A060-99C38E3E49EC}"/>
              </a:ext>
            </a:extLst>
          </p:cNvPr>
          <p:cNvSpPr txBox="1"/>
          <p:nvPr/>
        </p:nvSpPr>
        <p:spPr>
          <a:xfrm>
            <a:off x="1277125" y="6316830"/>
            <a:ext cx="1399742" cy="584775"/>
          </a:xfrm>
          <a:prstGeom prst="rect">
            <a:avLst/>
          </a:prstGeom>
          <a:noFill/>
        </p:spPr>
        <p:txBody>
          <a:bodyPr wrap="none" rtlCol="0">
            <a:spAutoFit/>
          </a:bodyPr>
          <a:lstStyle/>
          <a:p>
            <a:r>
              <a:rPr lang="pt-BR" sz="3200" b="1" dirty="0"/>
              <a:t>0.4912</a:t>
            </a:r>
          </a:p>
        </p:txBody>
      </p:sp>
      <p:cxnSp>
        <p:nvCxnSpPr>
          <p:cNvPr id="43" name="Conector reto 42">
            <a:extLst>
              <a:ext uri="{FF2B5EF4-FFF2-40B4-BE49-F238E27FC236}">
                <a16:creationId xmlns:a16="http://schemas.microsoft.com/office/drawing/2014/main" id="{DFAAF2DA-6250-ED32-31BC-36E989D763B4}"/>
              </a:ext>
            </a:extLst>
          </p:cNvPr>
          <p:cNvCxnSpPr/>
          <p:nvPr/>
        </p:nvCxnSpPr>
        <p:spPr>
          <a:xfrm>
            <a:off x="6116597" y="210691"/>
            <a:ext cx="0" cy="6397511"/>
          </a:xfrm>
          <a:prstGeom prst="line">
            <a:avLst/>
          </a:prstGeom>
          <a:ln w="57150"/>
        </p:spPr>
        <p:style>
          <a:lnRef idx="2">
            <a:schemeClr val="dk1"/>
          </a:lnRef>
          <a:fillRef idx="0">
            <a:schemeClr val="dk1"/>
          </a:fillRef>
          <a:effectRef idx="1">
            <a:schemeClr val="dk1"/>
          </a:effectRef>
          <a:fontRef idx="minor">
            <a:schemeClr val="tx1"/>
          </a:fontRef>
        </p:style>
      </p:cxnSp>
      <p:sp>
        <p:nvSpPr>
          <p:cNvPr id="44" name="CaixaDeTexto 43">
            <a:extLst>
              <a:ext uri="{FF2B5EF4-FFF2-40B4-BE49-F238E27FC236}">
                <a16:creationId xmlns:a16="http://schemas.microsoft.com/office/drawing/2014/main" id="{567A213A-81F4-54DB-FAEC-8BAE0D3C1A79}"/>
              </a:ext>
            </a:extLst>
          </p:cNvPr>
          <p:cNvSpPr txBox="1"/>
          <p:nvPr/>
        </p:nvSpPr>
        <p:spPr>
          <a:xfrm>
            <a:off x="2707387" y="2725841"/>
            <a:ext cx="990977" cy="369332"/>
          </a:xfrm>
          <a:prstGeom prst="rect">
            <a:avLst/>
          </a:prstGeom>
          <a:noFill/>
        </p:spPr>
        <p:txBody>
          <a:bodyPr wrap="none" rtlCol="0">
            <a:spAutoFit/>
          </a:bodyPr>
          <a:lstStyle/>
          <a:p>
            <a:r>
              <a:rPr lang="pt-BR" dirty="0"/>
              <a:t>0.08338</a:t>
            </a:r>
          </a:p>
        </p:txBody>
      </p:sp>
      <p:sp>
        <p:nvSpPr>
          <p:cNvPr id="45" name="CaixaDeTexto 44">
            <a:extLst>
              <a:ext uri="{FF2B5EF4-FFF2-40B4-BE49-F238E27FC236}">
                <a16:creationId xmlns:a16="http://schemas.microsoft.com/office/drawing/2014/main" id="{82C06400-B9B3-3E15-713B-296AA4211BFC}"/>
              </a:ext>
            </a:extLst>
          </p:cNvPr>
          <p:cNvSpPr txBox="1"/>
          <p:nvPr/>
        </p:nvSpPr>
        <p:spPr>
          <a:xfrm>
            <a:off x="2174816" y="3878789"/>
            <a:ext cx="867545" cy="369332"/>
          </a:xfrm>
          <a:prstGeom prst="rect">
            <a:avLst/>
          </a:prstGeom>
          <a:noFill/>
        </p:spPr>
        <p:txBody>
          <a:bodyPr wrap="none" rtlCol="0">
            <a:spAutoFit/>
          </a:bodyPr>
          <a:lstStyle/>
          <a:p>
            <a:r>
              <a:rPr lang="pt-BR" dirty="0"/>
              <a:t>0.0341</a:t>
            </a:r>
          </a:p>
        </p:txBody>
      </p:sp>
      <p:sp>
        <p:nvSpPr>
          <p:cNvPr id="46" name="CaixaDeTexto 45">
            <a:extLst>
              <a:ext uri="{FF2B5EF4-FFF2-40B4-BE49-F238E27FC236}">
                <a16:creationId xmlns:a16="http://schemas.microsoft.com/office/drawing/2014/main" id="{8BC4B06B-DE87-5FCB-B69B-D0069BF14331}"/>
              </a:ext>
            </a:extLst>
          </p:cNvPr>
          <p:cNvSpPr txBox="1"/>
          <p:nvPr/>
        </p:nvSpPr>
        <p:spPr>
          <a:xfrm>
            <a:off x="3428476" y="3892628"/>
            <a:ext cx="946093" cy="369332"/>
          </a:xfrm>
          <a:prstGeom prst="rect">
            <a:avLst/>
          </a:prstGeom>
          <a:noFill/>
        </p:spPr>
        <p:txBody>
          <a:bodyPr wrap="none" rtlCol="0">
            <a:spAutoFit/>
          </a:bodyPr>
          <a:lstStyle/>
          <a:p>
            <a:r>
              <a:rPr lang="pt-BR" dirty="0">
                <a:solidFill>
                  <a:srgbClr val="FF0000"/>
                </a:solidFill>
              </a:rPr>
              <a:t>-0.1049</a:t>
            </a:r>
          </a:p>
        </p:txBody>
      </p:sp>
      <p:sp>
        <p:nvSpPr>
          <p:cNvPr id="47" name="CaixaDeTexto 46">
            <a:extLst>
              <a:ext uri="{FF2B5EF4-FFF2-40B4-BE49-F238E27FC236}">
                <a16:creationId xmlns:a16="http://schemas.microsoft.com/office/drawing/2014/main" id="{6CC86EB7-94BB-F703-1331-440C221DFB80}"/>
              </a:ext>
            </a:extLst>
          </p:cNvPr>
          <p:cNvSpPr txBox="1"/>
          <p:nvPr/>
        </p:nvSpPr>
        <p:spPr>
          <a:xfrm>
            <a:off x="9057747" y="2625017"/>
            <a:ext cx="946093" cy="369332"/>
          </a:xfrm>
          <a:prstGeom prst="rect">
            <a:avLst/>
          </a:prstGeom>
          <a:noFill/>
        </p:spPr>
        <p:txBody>
          <a:bodyPr wrap="none" rtlCol="0">
            <a:spAutoFit/>
          </a:bodyPr>
          <a:lstStyle/>
          <a:p>
            <a:r>
              <a:rPr lang="pt-BR" dirty="0">
                <a:solidFill>
                  <a:srgbClr val="FF0000"/>
                </a:solidFill>
              </a:rPr>
              <a:t>-0.0040</a:t>
            </a:r>
          </a:p>
        </p:txBody>
      </p:sp>
      <p:sp>
        <p:nvSpPr>
          <p:cNvPr id="48" name="CaixaDeTexto 47">
            <a:extLst>
              <a:ext uri="{FF2B5EF4-FFF2-40B4-BE49-F238E27FC236}">
                <a16:creationId xmlns:a16="http://schemas.microsoft.com/office/drawing/2014/main" id="{E964514A-7293-D571-7424-19C4E8E6F117}"/>
              </a:ext>
            </a:extLst>
          </p:cNvPr>
          <p:cNvSpPr txBox="1"/>
          <p:nvPr/>
        </p:nvSpPr>
        <p:spPr>
          <a:xfrm>
            <a:off x="8518003" y="3711808"/>
            <a:ext cx="867545" cy="369332"/>
          </a:xfrm>
          <a:prstGeom prst="rect">
            <a:avLst/>
          </a:prstGeom>
          <a:noFill/>
        </p:spPr>
        <p:txBody>
          <a:bodyPr wrap="none" rtlCol="0">
            <a:spAutoFit/>
          </a:bodyPr>
          <a:lstStyle/>
          <a:p>
            <a:r>
              <a:rPr lang="pt-BR" dirty="0"/>
              <a:t>0.0262</a:t>
            </a:r>
          </a:p>
        </p:txBody>
      </p:sp>
      <p:sp>
        <p:nvSpPr>
          <p:cNvPr id="49" name="CaixaDeTexto 48">
            <a:extLst>
              <a:ext uri="{FF2B5EF4-FFF2-40B4-BE49-F238E27FC236}">
                <a16:creationId xmlns:a16="http://schemas.microsoft.com/office/drawing/2014/main" id="{82967A90-EA65-0896-275F-2240CCFEB898}"/>
              </a:ext>
            </a:extLst>
          </p:cNvPr>
          <p:cNvSpPr txBox="1"/>
          <p:nvPr/>
        </p:nvSpPr>
        <p:spPr>
          <a:xfrm>
            <a:off x="9754801" y="3743184"/>
            <a:ext cx="946093" cy="369332"/>
          </a:xfrm>
          <a:prstGeom prst="rect">
            <a:avLst/>
          </a:prstGeom>
          <a:noFill/>
        </p:spPr>
        <p:txBody>
          <a:bodyPr wrap="none" rtlCol="0">
            <a:spAutoFit/>
          </a:bodyPr>
          <a:lstStyle/>
          <a:p>
            <a:r>
              <a:rPr lang="pt-BR" dirty="0">
                <a:solidFill>
                  <a:srgbClr val="FF0000"/>
                </a:solidFill>
              </a:rPr>
              <a:t>-0.0371</a:t>
            </a:r>
          </a:p>
        </p:txBody>
      </p:sp>
      <p:sp>
        <p:nvSpPr>
          <p:cNvPr id="50" name="CaixaDeTexto 49">
            <a:extLst>
              <a:ext uri="{FF2B5EF4-FFF2-40B4-BE49-F238E27FC236}">
                <a16:creationId xmlns:a16="http://schemas.microsoft.com/office/drawing/2014/main" id="{4C9B3F9D-BEED-090D-4E64-4512BBB1F7A0}"/>
              </a:ext>
            </a:extLst>
          </p:cNvPr>
          <p:cNvSpPr txBox="1"/>
          <p:nvPr/>
        </p:nvSpPr>
        <p:spPr>
          <a:xfrm>
            <a:off x="9028494" y="3237736"/>
            <a:ext cx="946093" cy="369332"/>
          </a:xfrm>
          <a:prstGeom prst="rect">
            <a:avLst/>
          </a:prstGeom>
          <a:noFill/>
        </p:spPr>
        <p:txBody>
          <a:bodyPr wrap="none" rtlCol="0">
            <a:spAutoFit/>
          </a:bodyPr>
          <a:lstStyle/>
          <a:p>
            <a:r>
              <a:rPr lang="pt-BR" dirty="0">
                <a:solidFill>
                  <a:srgbClr val="FF0000"/>
                </a:solidFill>
              </a:rPr>
              <a:t>-0.0008</a:t>
            </a:r>
          </a:p>
        </p:txBody>
      </p:sp>
      <p:sp>
        <p:nvSpPr>
          <p:cNvPr id="2" name="CaixaDeTexto 1">
            <a:extLst>
              <a:ext uri="{FF2B5EF4-FFF2-40B4-BE49-F238E27FC236}">
                <a16:creationId xmlns:a16="http://schemas.microsoft.com/office/drawing/2014/main" id="{9F608329-CE36-12F2-832C-728E06323ABB}"/>
              </a:ext>
            </a:extLst>
          </p:cNvPr>
          <p:cNvSpPr txBox="1"/>
          <p:nvPr/>
        </p:nvSpPr>
        <p:spPr>
          <a:xfrm>
            <a:off x="10606329" y="5974524"/>
            <a:ext cx="1611858" cy="646331"/>
          </a:xfrm>
          <a:prstGeom prst="rect">
            <a:avLst/>
          </a:prstGeom>
          <a:noFill/>
        </p:spPr>
        <p:txBody>
          <a:bodyPr wrap="square" rtlCol="0">
            <a:spAutoFit/>
          </a:bodyPr>
          <a:lstStyle/>
          <a:p>
            <a:r>
              <a:rPr lang="pt-BR" dirty="0"/>
              <a:t>Não testei significância</a:t>
            </a:r>
          </a:p>
        </p:txBody>
      </p:sp>
      <p:sp>
        <p:nvSpPr>
          <p:cNvPr id="3" name="CaixaDeTexto 2">
            <a:extLst>
              <a:ext uri="{FF2B5EF4-FFF2-40B4-BE49-F238E27FC236}">
                <a16:creationId xmlns:a16="http://schemas.microsoft.com/office/drawing/2014/main" id="{09B1396F-51F0-58D5-608D-D72F5B094E16}"/>
              </a:ext>
            </a:extLst>
          </p:cNvPr>
          <p:cNvSpPr txBox="1"/>
          <p:nvPr/>
        </p:nvSpPr>
        <p:spPr>
          <a:xfrm>
            <a:off x="4520277" y="5856569"/>
            <a:ext cx="1611858" cy="646331"/>
          </a:xfrm>
          <a:prstGeom prst="rect">
            <a:avLst/>
          </a:prstGeom>
          <a:noFill/>
        </p:spPr>
        <p:txBody>
          <a:bodyPr wrap="square" rtlCol="0">
            <a:spAutoFit/>
          </a:bodyPr>
          <a:lstStyle/>
          <a:p>
            <a:r>
              <a:rPr lang="pt-BR" dirty="0"/>
              <a:t>Não testei significância</a:t>
            </a:r>
          </a:p>
        </p:txBody>
      </p:sp>
    </p:spTree>
    <p:extLst>
      <p:ext uri="{BB962C8B-B14F-4D97-AF65-F5344CB8AC3E}">
        <p14:creationId xmlns:p14="http://schemas.microsoft.com/office/powerpoint/2010/main" val="423716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70E7A-3EEF-551D-821D-E647AE356B0F}"/>
            </a:ext>
          </a:extLst>
        </p:cNvPr>
        <p:cNvGrpSpPr/>
        <p:nvPr/>
      </p:nvGrpSpPr>
      <p:grpSpPr>
        <a:xfrm>
          <a:off x="0" y="0"/>
          <a:ext cx="0" cy="0"/>
          <a:chOff x="0" y="0"/>
          <a:chExt cx="0" cy="0"/>
        </a:xfrm>
      </p:grpSpPr>
      <p:sp>
        <p:nvSpPr>
          <p:cNvPr id="4" name="Elipse 3">
            <a:extLst>
              <a:ext uri="{FF2B5EF4-FFF2-40B4-BE49-F238E27FC236}">
                <a16:creationId xmlns:a16="http://schemas.microsoft.com/office/drawing/2014/main" id="{B3B1172C-F5A3-354C-B551-D5539D8FB088}"/>
              </a:ext>
            </a:extLst>
          </p:cNvPr>
          <p:cNvSpPr/>
          <p:nvPr/>
        </p:nvSpPr>
        <p:spPr>
          <a:xfrm>
            <a:off x="1156967" y="188452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a:extLst>
              <a:ext uri="{FF2B5EF4-FFF2-40B4-BE49-F238E27FC236}">
                <a16:creationId xmlns:a16="http://schemas.microsoft.com/office/drawing/2014/main" id="{F98335E8-A5BE-9A93-0409-A3DD531E41C9}"/>
              </a:ext>
            </a:extLst>
          </p:cNvPr>
          <p:cNvSpPr/>
          <p:nvPr/>
        </p:nvSpPr>
        <p:spPr>
          <a:xfrm>
            <a:off x="2721767" y="188452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a:extLst>
              <a:ext uri="{FF2B5EF4-FFF2-40B4-BE49-F238E27FC236}">
                <a16:creationId xmlns:a16="http://schemas.microsoft.com/office/drawing/2014/main" id="{7A8ED0FD-E5CD-35BD-3B0A-9FFCA96D6AFE}"/>
              </a:ext>
            </a:extLst>
          </p:cNvPr>
          <p:cNvSpPr/>
          <p:nvPr/>
        </p:nvSpPr>
        <p:spPr>
          <a:xfrm>
            <a:off x="2000277" y="3347247"/>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aixaDeTexto 9">
            <a:extLst>
              <a:ext uri="{FF2B5EF4-FFF2-40B4-BE49-F238E27FC236}">
                <a16:creationId xmlns:a16="http://schemas.microsoft.com/office/drawing/2014/main" id="{C9024B43-9169-7C04-B170-5BF3AFCB1730}"/>
              </a:ext>
            </a:extLst>
          </p:cNvPr>
          <p:cNvSpPr txBox="1"/>
          <p:nvPr/>
        </p:nvSpPr>
        <p:spPr>
          <a:xfrm>
            <a:off x="138223" y="52479"/>
            <a:ext cx="4739439" cy="369332"/>
          </a:xfrm>
          <a:prstGeom prst="rect">
            <a:avLst/>
          </a:prstGeom>
          <a:noFill/>
        </p:spPr>
        <p:txBody>
          <a:bodyPr wrap="none" rtlCol="0">
            <a:spAutoFit/>
          </a:bodyPr>
          <a:lstStyle/>
          <a:p>
            <a:r>
              <a:rPr lang="pt-BR" dirty="0"/>
              <a:t>Removendo espécies com apenas 1 presença</a:t>
            </a:r>
          </a:p>
        </p:txBody>
      </p:sp>
      <p:sp>
        <p:nvSpPr>
          <p:cNvPr id="11" name="CaixaDeTexto 10">
            <a:extLst>
              <a:ext uri="{FF2B5EF4-FFF2-40B4-BE49-F238E27FC236}">
                <a16:creationId xmlns:a16="http://schemas.microsoft.com/office/drawing/2014/main" id="{A7B32D02-05CF-56AB-6268-DABD513B18AB}"/>
              </a:ext>
            </a:extLst>
          </p:cNvPr>
          <p:cNvSpPr txBox="1"/>
          <p:nvPr/>
        </p:nvSpPr>
        <p:spPr>
          <a:xfrm>
            <a:off x="163110" y="541048"/>
            <a:ext cx="2243371" cy="400110"/>
          </a:xfrm>
          <a:prstGeom prst="rect">
            <a:avLst/>
          </a:prstGeom>
          <a:noFill/>
        </p:spPr>
        <p:txBody>
          <a:bodyPr wrap="none" rtlCol="0">
            <a:spAutoFit/>
          </a:bodyPr>
          <a:lstStyle/>
          <a:p>
            <a:r>
              <a:rPr lang="pt-BR" sz="2000" b="1" dirty="0"/>
              <a:t>GLM multivariado</a:t>
            </a:r>
          </a:p>
        </p:txBody>
      </p:sp>
      <p:sp>
        <p:nvSpPr>
          <p:cNvPr id="12" name="CaixaDeTexto 11">
            <a:extLst>
              <a:ext uri="{FF2B5EF4-FFF2-40B4-BE49-F238E27FC236}">
                <a16:creationId xmlns:a16="http://schemas.microsoft.com/office/drawing/2014/main" id="{4EB3645A-598F-27F3-7B17-44E64ABD5994}"/>
              </a:ext>
            </a:extLst>
          </p:cNvPr>
          <p:cNvSpPr txBox="1"/>
          <p:nvPr/>
        </p:nvSpPr>
        <p:spPr>
          <a:xfrm>
            <a:off x="6942184" y="554420"/>
            <a:ext cx="831959" cy="400110"/>
          </a:xfrm>
          <a:prstGeom prst="rect">
            <a:avLst/>
          </a:prstGeom>
          <a:noFill/>
        </p:spPr>
        <p:txBody>
          <a:bodyPr wrap="none" rtlCol="0">
            <a:spAutoFit/>
          </a:bodyPr>
          <a:lstStyle/>
          <a:p>
            <a:r>
              <a:rPr lang="pt-BR" sz="2000" b="1" dirty="0" err="1"/>
              <a:t>RDAp</a:t>
            </a:r>
            <a:endParaRPr lang="pt-BR" sz="2000" b="1" dirty="0"/>
          </a:p>
        </p:txBody>
      </p:sp>
      <p:sp>
        <p:nvSpPr>
          <p:cNvPr id="16" name="CaixaDeTexto 15">
            <a:extLst>
              <a:ext uri="{FF2B5EF4-FFF2-40B4-BE49-F238E27FC236}">
                <a16:creationId xmlns:a16="http://schemas.microsoft.com/office/drawing/2014/main" id="{6828B8BC-3E97-E95A-7A1A-BB9B20D9EAD2}"/>
              </a:ext>
            </a:extLst>
          </p:cNvPr>
          <p:cNvSpPr txBox="1"/>
          <p:nvPr/>
        </p:nvSpPr>
        <p:spPr>
          <a:xfrm>
            <a:off x="0" y="6436189"/>
            <a:ext cx="1345689" cy="369332"/>
          </a:xfrm>
          <a:prstGeom prst="rect">
            <a:avLst/>
          </a:prstGeom>
          <a:noFill/>
        </p:spPr>
        <p:txBody>
          <a:bodyPr wrap="none" rtlCol="0">
            <a:spAutoFit/>
          </a:bodyPr>
          <a:lstStyle/>
          <a:p>
            <a:r>
              <a:rPr lang="pt-BR" dirty="0"/>
              <a:t>Full model: </a:t>
            </a:r>
          </a:p>
        </p:txBody>
      </p:sp>
      <p:sp>
        <p:nvSpPr>
          <p:cNvPr id="17" name="CaixaDeTexto 16">
            <a:extLst>
              <a:ext uri="{FF2B5EF4-FFF2-40B4-BE49-F238E27FC236}">
                <a16:creationId xmlns:a16="http://schemas.microsoft.com/office/drawing/2014/main" id="{CA4E143E-945C-ACCE-AEE2-4DFDB328C5B3}"/>
              </a:ext>
            </a:extLst>
          </p:cNvPr>
          <p:cNvSpPr txBox="1"/>
          <p:nvPr/>
        </p:nvSpPr>
        <p:spPr>
          <a:xfrm>
            <a:off x="6641492" y="6449561"/>
            <a:ext cx="1345689" cy="369332"/>
          </a:xfrm>
          <a:prstGeom prst="rect">
            <a:avLst/>
          </a:prstGeom>
          <a:noFill/>
        </p:spPr>
        <p:txBody>
          <a:bodyPr wrap="none" rtlCol="0">
            <a:spAutoFit/>
          </a:bodyPr>
          <a:lstStyle/>
          <a:p>
            <a:r>
              <a:rPr lang="pt-BR" dirty="0"/>
              <a:t>Full model: </a:t>
            </a:r>
          </a:p>
        </p:txBody>
      </p:sp>
      <p:sp>
        <p:nvSpPr>
          <p:cNvPr id="18" name="CaixaDeTexto 17">
            <a:extLst>
              <a:ext uri="{FF2B5EF4-FFF2-40B4-BE49-F238E27FC236}">
                <a16:creationId xmlns:a16="http://schemas.microsoft.com/office/drawing/2014/main" id="{88EC278B-12DB-597E-6C03-EDDF3B3B2B79}"/>
              </a:ext>
            </a:extLst>
          </p:cNvPr>
          <p:cNvSpPr txBox="1"/>
          <p:nvPr/>
        </p:nvSpPr>
        <p:spPr>
          <a:xfrm>
            <a:off x="1874602" y="1414543"/>
            <a:ext cx="867545" cy="369332"/>
          </a:xfrm>
          <a:prstGeom prst="rect">
            <a:avLst/>
          </a:prstGeom>
          <a:noFill/>
        </p:spPr>
        <p:txBody>
          <a:bodyPr wrap="none" rtlCol="0">
            <a:spAutoFit/>
          </a:bodyPr>
          <a:lstStyle/>
          <a:p>
            <a:r>
              <a:rPr lang="pt-BR" dirty="0"/>
              <a:t>0.1229</a:t>
            </a:r>
          </a:p>
        </p:txBody>
      </p:sp>
      <p:sp>
        <p:nvSpPr>
          <p:cNvPr id="19" name="CaixaDeTexto 18">
            <a:extLst>
              <a:ext uri="{FF2B5EF4-FFF2-40B4-BE49-F238E27FC236}">
                <a16:creationId xmlns:a16="http://schemas.microsoft.com/office/drawing/2014/main" id="{AC7E9242-FEAB-18D7-6B4E-5633F8E35491}"/>
              </a:ext>
            </a:extLst>
          </p:cNvPr>
          <p:cNvSpPr txBox="1"/>
          <p:nvPr/>
        </p:nvSpPr>
        <p:spPr>
          <a:xfrm>
            <a:off x="1472331" y="2776607"/>
            <a:ext cx="867545" cy="369332"/>
          </a:xfrm>
          <a:prstGeom prst="rect">
            <a:avLst/>
          </a:prstGeom>
          <a:noFill/>
        </p:spPr>
        <p:txBody>
          <a:bodyPr wrap="none" rtlCol="0">
            <a:spAutoFit/>
          </a:bodyPr>
          <a:lstStyle/>
          <a:p>
            <a:r>
              <a:rPr lang="pt-BR" dirty="0"/>
              <a:t>0.1059</a:t>
            </a:r>
          </a:p>
        </p:txBody>
      </p:sp>
      <p:sp>
        <p:nvSpPr>
          <p:cNvPr id="20" name="CaixaDeTexto 19">
            <a:extLst>
              <a:ext uri="{FF2B5EF4-FFF2-40B4-BE49-F238E27FC236}">
                <a16:creationId xmlns:a16="http://schemas.microsoft.com/office/drawing/2014/main" id="{1D306557-6EBF-1A95-006B-E52981105765}"/>
              </a:ext>
            </a:extLst>
          </p:cNvPr>
          <p:cNvSpPr txBox="1"/>
          <p:nvPr/>
        </p:nvSpPr>
        <p:spPr>
          <a:xfrm>
            <a:off x="3734253" y="1414543"/>
            <a:ext cx="867545" cy="369332"/>
          </a:xfrm>
          <a:prstGeom prst="rect">
            <a:avLst/>
          </a:prstGeom>
          <a:noFill/>
        </p:spPr>
        <p:txBody>
          <a:bodyPr wrap="none" rtlCol="0">
            <a:spAutoFit/>
          </a:bodyPr>
          <a:lstStyle/>
          <a:p>
            <a:r>
              <a:rPr lang="pt-BR" dirty="0"/>
              <a:t>0.1034</a:t>
            </a:r>
          </a:p>
        </p:txBody>
      </p:sp>
      <p:sp>
        <p:nvSpPr>
          <p:cNvPr id="21" name="CaixaDeTexto 20">
            <a:extLst>
              <a:ext uri="{FF2B5EF4-FFF2-40B4-BE49-F238E27FC236}">
                <a16:creationId xmlns:a16="http://schemas.microsoft.com/office/drawing/2014/main" id="{2808653F-7784-947F-6CC1-9530CB8665B1}"/>
              </a:ext>
            </a:extLst>
          </p:cNvPr>
          <p:cNvSpPr txBox="1"/>
          <p:nvPr/>
        </p:nvSpPr>
        <p:spPr>
          <a:xfrm>
            <a:off x="2906477" y="5952653"/>
            <a:ext cx="867545" cy="369332"/>
          </a:xfrm>
          <a:prstGeom prst="rect">
            <a:avLst/>
          </a:prstGeom>
          <a:noFill/>
        </p:spPr>
        <p:txBody>
          <a:bodyPr wrap="none" rtlCol="0">
            <a:spAutoFit/>
          </a:bodyPr>
          <a:lstStyle/>
          <a:p>
            <a:r>
              <a:rPr lang="pt-BR" dirty="0"/>
              <a:t>0.1276</a:t>
            </a:r>
          </a:p>
        </p:txBody>
      </p:sp>
      <p:sp>
        <p:nvSpPr>
          <p:cNvPr id="22" name="CaixaDeTexto 21">
            <a:extLst>
              <a:ext uri="{FF2B5EF4-FFF2-40B4-BE49-F238E27FC236}">
                <a16:creationId xmlns:a16="http://schemas.microsoft.com/office/drawing/2014/main" id="{E412735A-AEEC-0C52-7EC4-1DC5EDBA7780}"/>
              </a:ext>
            </a:extLst>
          </p:cNvPr>
          <p:cNvSpPr txBox="1"/>
          <p:nvPr/>
        </p:nvSpPr>
        <p:spPr>
          <a:xfrm>
            <a:off x="4059806" y="2776608"/>
            <a:ext cx="953907" cy="369332"/>
          </a:xfrm>
          <a:prstGeom prst="rect">
            <a:avLst/>
          </a:prstGeom>
          <a:noFill/>
        </p:spPr>
        <p:txBody>
          <a:bodyPr wrap="square" rtlCol="0">
            <a:spAutoFit/>
          </a:bodyPr>
          <a:lstStyle/>
          <a:p>
            <a:r>
              <a:rPr lang="pt-BR" dirty="0"/>
              <a:t>0.0614</a:t>
            </a:r>
          </a:p>
        </p:txBody>
      </p:sp>
      <p:sp>
        <p:nvSpPr>
          <p:cNvPr id="24" name="CaixaDeTexto 23">
            <a:extLst>
              <a:ext uri="{FF2B5EF4-FFF2-40B4-BE49-F238E27FC236}">
                <a16:creationId xmlns:a16="http://schemas.microsoft.com/office/drawing/2014/main" id="{4EBC5F8C-EF13-B905-ABA4-A49958F64974}"/>
              </a:ext>
            </a:extLst>
          </p:cNvPr>
          <p:cNvSpPr txBox="1"/>
          <p:nvPr/>
        </p:nvSpPr>
        <p:spPr>
          <a:xfrm>
            <a:off x="1475737" y="2205968"/>
            <a:ext cx="1101392" cy="369332"/>
          </a:xfrm>
          <a:prstGeom prst="rect">
            <a:avLst/>
          </a:prstGeom>
          <a:noFill/>
        </p:spPr>
        <p:txBody>
          <a:bodyPr wrap="none" rtlCol="0">
            <a:spAutoFit/>
          </a:bodyPr>
          <a:lstStyle/>
          <a:p>
            <a:r>
              <a:rPr lang="pt-BR" dirty="0"/>
              <a:t>Estrutura</a:t>
            </a:r>
          </a:p>
        </p:txBody>
      </p:sp>
      <p:sp>
        <p:nvSpPr>
          <p:cNvPr id="25" name="CaixaDeTexto 24">
            <a:extLst>
              <a:ext uri="{FF2B5EF4-FFF2-40B4-BE49-F238E27FC236}">
                <a16:creationId xmlns:a16="http://schemas.microsoft.com/office/drawing/2014/main" id="{D5F10163-87B7-A303-74B9-6DEA89A94638}"/>
              </a:ext>
            </a:extLst>
          </p:cNvPr>
          <p:cNvSpPr txBox="1"/>
          <p:nvPr/>
        </p:nvSpPr>
        <p:spPr>
          <a:xfrm>
            <a:off x="3566779" y="2253861"/>
            <a:ext cx="689228" cy="369332"/>
          </a:xfrm>
          <a:prstGeom prst="rect">
            <a:avLst/>
          </a:prstGeom>
          <a:noFill/>
        </p:spPr>
        <p:txBody>
          <a:bodyPr wrap="none" rtlCol="0">
            <a:spAutoFit/>
          </a:bodyPr>
          <a:lstStyle/>
          <a:p>
            <a:r>
              <a:rPr lang="pt-BR" dirty="0"/>
              <a:t>Água</a:t>
            </a:r>
          </a:p>
        </p:txBody>
      </p:sp>
      <p:sp>
        <p:nvSpPr>
          <p:cNvPr id="26" name="CaixaDeTexto 25">
            <a:extLst>
              <a:ext uri="{FF2B5EF4-FFF2-40B4-BE49-F238E27FC236}">
                <a16:creationId xmlns:a16="http://schemas.microsoft.com/office/drawing/2014/main" id="{DDFE6E02-0ED3-CFF5-1748-380604A187A3}"/>
              </a:ext>
            </a:extLst>
          </p:cNvPr>
          <p:cNvSpPr txBox="1"/>
          <p:nvPr/>
        </p:nvSpPr>
        <p:spPr>
          <a:xfrm>
            <a:off x="2796848" y="4409511"/>
            <a:ext cx="747320" cy="369332"/>
          </a:xfrm>
          <a:prstGeom prst="rect">
            <a:avLst/>
          </a:prstGeom>
          <a:noFill/>
        </p:spPr>
        <p:txBody>
          <a:bodyPr wrap="none" rtlCol="0">
            <a:spAutoFit/>
          </a:bodyPr>
          <a:lstStyle/>
          <a:p>
            <a:r>
              <a:rPr lang="pt-BR" dirty="0"/>
              <a:t>Bacia</a:t>
            </a:r>
          </a:p>
        </p:txBody>
      </p:sp>
      <p:sp>
        <p:nvSpPr>
          <p:cNvPr id="27" name="Elipse 26">
            <a:extLst>
              <a:ext uri="{FF2B5EF4-FFF2-40B4-BE49-F238E27FC236}">
                <a16:creationId xmlns:a16="http://schemas.microsoft.com/office/drawing/2014/main" id="{CB9DC537-2078-922C-5DCB-AB8B7E697EAE}"/>
              </a:ext>
            </a:extLst>
          </p:cNvPr>
          <p:cNvSpPr/>
          <p:nvPr/>
        </p:nvSpPr>
        <p:spPr>
          <a:xfrm>
            <a:off x="7489489" y="1702921"/>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Elipse 27">
            <a:extLst>
              <a:ext uri="{FF2B5EF4-FFF2-40B4-BE49-F238E27FC236}">
                <a16:creationId xmlns:a16="http://schemas.microsoft.com/office/drawing/2014/main" id="{952C8A3F-979E-322C-AE15-72B36AE5C7F1}"/>
              </a:ext>
            </a:extLst>
          </p:cNvPr>
          <p:cNvSpPr/>
          <p:nvPr/>
        </p:nvSpPr>
        <p:spPr>
          <a:xfrm>
            <a:off x="9054289" y="1702921"/>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Elipse 28">
            <a:extLst>
              <a:ext uri="{FF2B5EF4-FFF2-40B4-BE49-F238E27FC236}">
                <a16:creationId xmlns:a16="http://schemas.microsoft.com/office/drawing/2014/main" id="{261EE24A-27D0-08C3-E57A-FB97B493F43F}"/>
              </a:ext>
            </a:extLst>
          </p:cNvPr>
          <p:cNvSpPr/>
          <p:nvPr/>
        </p:nvSpPr>
        <p:spPr>
          <a:xfrm>
            <a:off x="8332799" y="316563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CaixaDeTexto 29">
            <a:extLst>
              <a:ext uri="{FF2B5EF4-FFF2-40B4-BE49-F238E27FC236}">
                <a16:creationId xmlns:a16="http://schemas.microsoft.com/office/drawing/2014/main" id="{92BA3CE0-8C92-8830-E451-E8B727156530}"/>
              </a:ext>
            </a:extLst>
          </p:cNvPr>
          <p:cNvSpPr txBox="1"/>
          <p:nvPr/>
        </p:nvSpPr>
        <p:spPr>
          <a:xfrm>
            <a:off x="8332799" y="1232935"/>
            <a:ext cx="914033" cy="369332"/>
          </a:xfrm>
          <a:prstGeom prst="rect">
            <a:avLst/>
          </a:prstGeom>
          <a:noFill/>
        </p:spPr>
        <p:txBody>
          <a:bodyPr wrap="none" rtlCol="0">
            <a:spAutoFit/>
          </a:bodyPr>
          <a:lstStyle/>
          <a:p>
            <a:r>
              <a:rPr lang="pt-BR" dirty="0"/>
              <a:t>0. 0792</a:t>
            </a:r>
          </a:p>
        </p:txBody>
      </p:sp>
      <p:sp>
        <p:nvSpPr>
          <p:cNvPr id="31" name="CaixaDeTexto 30">
            <a:extLst>
              <a:ext uri="{FF2B5EF4-FFF2-40B4-BE49-F238E27FC236}">
                <a16:creationId xmlns:a16="http://schemas.microsoft.com/office/drawing/2014/main" id="{0576D250-5979-AA0D-FB13-41D4F245BF9D}"/>
              </a:ext>
            </a:extLst>
          </p:cNvPr>
          <p:cNvSpPr txBox="1"/>
          <p:nvPr/>
        </p:nvSpPr>
        <p:spPr>
          <a:xfrm>
            <a:off x="7804853" y="2594999"/>
            <a:ext cx="867545" cy="369332"/>
          </a:xfrm>
          <a:prstGeom prst="rect">
            <a:avLst/>
          </a:prstGeom>
          <a:noFill/>
        </p:spPr>
        <p:txBody>
          <a:bodyPr wrap="none" rtlCol="0">
            <a:spAutoFit/>
          </a:bodyPr>
          <a:lstStyle/>
          <a:p>
            <a:r>
              <a:rPr lang="pt-BR" dirty="0"/>
              <a:t>0.0900</a:t>
            </a:r>
          </a:p>
        </p:txBody>
      </p:sp>
      <p:sp>
        <p:nvSpPr>
          <p:cNvPr id="32" name="CaixaDeTexto 31">
            <a:extLst>
              <a:ext uri="{FF2B5EF4-FFF2-40B4-BE49-F238E27FC236}">
                <a16:creationId xmlns:a16="http://schemas.microsoft.com/office/drawing/2014/main" id="{14A5B4F0-CAFB-F7FA-1A2A-80871AE459AA}"/>
              </a:ext>
            </a:extLst>
          </p:cNvPr>
          <p:cNvSpPr txBox="1"/>
          <p:nvPr/>
        </p:nvSpPr>
        <p:spPr>
          <a:xfrm>
            <a:off x="9945827" y="1229877"/>
            <a:ext cx="946093" cy="369332"/>
          </a:xfrm>
          <a:prstGeom prst="rect">
            <a:avLst/>
          </a:prstGeom>
          <a:noFill/>
        </p:spPr>
        <p:txBody>
          <a:bodyPr wrap="none" rtlCol="0">
            <a:spAutoFit/>
          </a:bodyPr>
          <a:lstStyle/>
          <a:p>
            <a:r>
              <a:rPr lang="pt-BR" dirty="0">
                <a:solidFill>
                  <a:srgbClr val="FF0000"/>
                </a:solidFill>
              </a:rPr>
              <a:t>-0.0115</a:t>
            </a:r>
          </a:p>
        </p:txBody>
      </p:sp>
      <p:sp>
        <p:nvSpPr>
          <p:cNvPr id="33" name="CaixaDeTexto 32">
            <a:extLst>
              <a:ext uri="{FF2B5EF4-FFF2-40B4-BE49-F238E27FC236}">
                <a16:creationId xmlns:a16="http://schemas.microsoft.com/office/drawing/2014/main" id="{329886F6-2032-7ACD-29B0-311EF6309FA2}"/>
              </a:ext>
            </a:extLst>
          </p:cNvPr>
          <p:cNvSpPr txBox="1"/>
          <p:nvPr/>
        </p:nvSpPr>
        <p:spPr>
          <a:xfrm>
            <a:off x="9210368" y="5771045"/>
            <a:ext cx="867545" cy="369332"/>
          </a:xfrm>
          <a:prstGeom prst="rect">
            <a:avLst/>
          </a:prstGeom>
          <a:noFill/>
        </p:spPr>
        <p:txBody>
          <a:bodyPr wrap="none" rtlCol="0">
            <a:spAutoFit/>
          </a:bodyPr>
          <a:lstStyle/>
          <a:p>
            <a:r>
              <a:rPr lang="pt-BR" dirty="0"/>
              <a:t>0.0212</a:t>
            </a:r>
          </a:p>
        </p:txBody>
      </p:sp>
      <p:sp>
        <p:nvSpPr>
          <p:cNvPr id="34" name="CaixaDeTexto 33">
            <a:extLst>
              <a:ext uri="{FF2B5EF4-FFF2-40B4-BE49-F238E27FC236}">
                <a16:creationId xmlns:a16="http://schemas.microsoft.com/office/drawing/2014/main" id="{FEA89ADA-77AC-CA0B-84A4-F390A7DDE7DF}"/>
              </a:ext>
            </a:extLst>
          </p:cNvPr>
          <p:cNvSpPr txBox="1"/>
          <p:nvPr/>
        </p:nvSpPr>
        <p:spPr>
          <a:xfrm>
            <a:off x="10392328" y="2595000"/>
            <a:ext cx="999185" cy="369332"/>
          </a:xfrm>
          <a:prstGeom prst="rect">
            <a:avLst/>
          </a:prstGeom>
          <a:noFill/>
        </p:spPr>
        <p:txBody>
          <a:bodyPr wrap="square" rtlCol="0">
            <a:spAutoFit/>
          </a:bodyPr>
          <a:lstStyle/>
          <a:p>
            <a:r>
              <a:rPr lang="pt-BR" dirty="0"/>
              <a:t>0.0073</a:t>
            </a:r>
          </a:p>
        </p:txBody>
      </p:sp>
      <p:sp>
        <p:nvSpPr>
          <p:cNvPr id="35" name="CaixaDeTexto 34">
            <a:extLst>
              <a:ext uri="{FF2B5EF4-FFF2-40B4-BE49-F238E27FC236}">
                <a16:creationId xmlns:a16="http://schemas.microsoft.com/office/drawing/2014/main" id="{5D222296-D5C6-64D0-C047-3990863730C4}"/>
              </a:ext>
            </a:extLst>
          </p:cNvPr>
          <p:cNvSpPr txBox="1"/>
          <p:nvPr/>
        </p:nvSpPr>
        <p:spPr>
          <a:xfrm>
            <a:off x="9210368" y="4657441"/>
            <a:ext cx="1082809" cy="369332"/>
          </a:xfrm>
          <a:prstGeom prst="rect">
            <a:avLst/>
          </a:prstGeom>
          <a:noFill/>
        </p:spPr>
        <p:txBody>
          <a:bodyPr wrap="square" rtlCol="0">
            <a:spAutoFit/>
          </a:bodyPr>
          <a:lstStyle/>
          <a:p>
            <a:r>
              <a:rPr lang="pt-BR" dirty="0"/>
              <a:t>0.0312</a:t>
            </a:r>
          </a:p>
        </p:txBody>
      </p:sp>
      <p:sp>
        <p:nvSpPr>
          <p:cNvPr id="36" name="CaixaDeTexto 35">
            <a:extLst>
              <a:ext uri="{FF2B5EF4-FFF2-40B4-BE49-F238E27FC236}">
                <a16:creationId xmlns:a16="http://schemas.microsoft.com/office/drawing/2014/main" id="{BCFB17B7-B864-0589-A886-3FA03530B0CB}"/>
              </a:ext>
            </a:extLst>
          </p:cNvPr>
          <p:cNvSpPr txBox="1"/>
          <p:nvPr/>
        </p:nvSpPr>
        <p:spPr>
          <a:xfrm>
            <a:off x="7808259" y="2024360"/>
            <a:ext cx="1101392" cy="369332"/>
          </a:xfrm>
          <a:prstGeom prst="rect">
            <a:avLst/>
          </a:prstGeom>
          <a:noFill/>
        </p:spPr>
        <p:txBody>
          <a:bodyPr wrap="none" rtlCol="0">
            <a:spAutoFit/>
          </a:bodyPr>
          <a:lstStyle/>
          <a:p>
            <a:r>
              <a:rPr lang="pt-BR" dirty="0"/>
              <a:t>Estrutura</a:t>
            </a:r>
          </a:p>
        </p:txBody>
      </p:sp>
      <p:sp>
        <p:nvSpPr>
          <p:cNvPr id="37" name="CaixaDeTexto 36">
            <a:extLst>
              <a:ext uri="{FF2B5EF4-FFF2-40B4-BE49-F238E27FC236}">
                <a16:creationId xmlns:a16="http://schemas.microsoft.com/office/drawing/2014/main" id="{D6C25DBD-4B73-5F9D-6CB6-175E081BEE10}"/>
              </a:ext>
            </a:extLst>
          </p:cNvPr>
          <p:cNvSpPr txBox="1"/>
          <p:nvPr/>
        </p:nvSpPr>
        <p:spPr>
          <a:xfrm>
            <a:off x="9899301" y="2072253"/>
            <a:ext cx="689228" cy="369332"/>
          </a:xfrm>
          <a:prstGeom prst="rect">
            <a:avLst/>
          </a:prstGeom>
          <a:noFill/>
        </p:spPr>
        <p:txBody>
          <a:bodyPr wrap="none" rtlCol="0">
            <a:spAutoFit/>
          </a:bodyPr>
          <a:lstStyle/>
          <a:p>
            <a:r>
              <a:rPr lang="pt-BR" dirty="0"/>
              <a:t>Água</a:t>
            </a:r>
          </a:p>
        </p:txBody>
      </p:sp>
      <p:sp>
        <p:nvSpPr>
          <p:cNvPr id="38" name="CaixaDeTexto 37">
            <a:extLst>
              <a:ext uri="{FF2B5EF4-FFF2-40B4-BE49-F238E27FC236}">
                <a16:creationId xmlns:a16="http://schemas.microsoft.com/office/drawing/2014/main" id="{1437C294-F797-F899-19B0-868C6B55C709}"/>
              </a:ext>
            </a:extLst>
          </p:cNvPr>
          <p:cNvSpPr txBox="1"/>
          <p:nvPr/>
        </p:nvSpPr>
        <p:spPr>
          <a:xfrm>
            <a:off x="9129370" y="4227903"/>
            <a:ext cx="747320" cy="369332"/>
          </a:xfrm>
          <a:prstGeom prst="rect">
            <a:avLst/>
          </a:prstGeom>
          <a:noFill/>
        </p:spPr>
        <p:txBody>
          <a:bodyPr wrap="none" rtlCol="0">
            <a:spAutoFit/>
          </a:bodyPr>
          <a:lstStyle/>
          <a:p>
            <a:r>
              <a:rPr lang="pt-BR" dirty="0"/>
              <a:t>Bacia</a:t>
            </a:r>
          </a:p>
        </p:txBody>
      </p:sp>
      <p:sp>
        <p:nvSpPr>
          <p:cNvPr id="39" name="CaixaDeTexto 38">
            <a:extLst>
              <a:ext uri="{FF2B5EF4-FFF2-40B4-BE49-F238E27FC236}">
                <a16:creationId xmlns:a16="http://schemas.microsoft.com/office/drawing/2014/main" id="{0F0F4BE1-AD38-A958-CFE1-2D0DD3DF5ED5}"/>
              </a:ext>
            </a:extLst>
          </p:cNvPr>
          <p:cNvSpPr txBox="1"/>
          <p:nvPr/>
        </p:nvSpPr>
        <p:spPr>
          <a:xfrm>
            <a:off x="2772227" y="3422402"/>
            <a:ext cx="867545" cy="369332"/>
          </a:xfrm>
          <a:prstGeom prst="rect">
            <a:avLst/>
          </a:prstGeom>
          <a:noFill/>
        </p:spPr>
        <p:txBody>
          <a:bodyPr wrap="none" rtlCol="0">
            <a:spAutoFit/>
          </a:bodyPr>
          <a:lstStyle/>
          <a:p>
            <a:r>
              <a:rPr lang="pt-BR" dirty="0"/>
              <a:t>0.0752</a:t>
            </a:r>
          </a:p>
        </p:txBody>
      </p:sp>
      <p:sp>
        <p:nvSpPr>
          <p:cNvPr id="40" name="CaixaDeTexto 39">
            <a:extLst>
              <a:ext uri="{FF2B5EF4-FFF2-40B4-BE49-F238E27FC236}">
                <a16:creationId xmlns:a16="http://schemas.microsoft.com/office/drawing/2014/main" id="{D2C90B06-1246-62A8-8760-DDFA4CEBAE90}"/>
              </a:ext>
            </a:extLst>
          </p:cNvPr>
          <p:cNvSpPr txBox="1"/>
          <p:nvPr/>
        </p:nvSpPr>
        <p:spPr>
          <a:xfrm>
            <a:off x="7972527" y="6309457"/>
            <a:ext cx="1399742" cy="584775"/>
          </a:xfrm>
          <a:prstGeom prst="rect">
            <a:avLst/>
          </a:prstGeom>
          <a:noFill/>
        </p:spPr>
        <p:txBody>
          <a:bodyPr wrap="none" rtlCol="0">
            <a:spAutoFit/>
          </a:bodyPr>
          <a:lstStyle/>
          <a:p>
            <a:r>
              <a:rPr lang="pt-BR" sz="3200" dirty="0"/>
              <a:t>0.1027</a:t>
            </a:r>
          </a:p>
        </p:txBody>
      </p:sp>
      <p:sp>
        <p:nvSpPr>
          <p:cNvPr id="41" name="CaixaDeTexto 40">
            <a:extLst>
              <a:ext uri="{FF2B5EF4-FFF2-40B4-BE49-F238E27FC236}">
                <a16:creationId xmlns:a16="http://schemas.microsoft.com/office/drawing/2014/main" id="{90FB4B1C-3715-6342-C296-E1E2F6B0F6F5}"/>
              </a:ext>
            </a:extLst>
          </p:cNvPr>
          <p:cNvSpPr txBox="1"/>
          <p:nvPr/>
        </p:nvSpPr>
        <p:spPr>
          <a:xfrm>
            <a:off x="1277125" y="6316830"/>
            <a:ext cx="1399742" cy="584775"/>
          </a:xfrm>
          <a:prstGeom prst="rect">
            <a:avLst/>
          </a:prstGeom>
          <a:noFill/>
        </p:spPr>
        <p:txBody>
          <a:bodyPr wrap="none" rtlCol="0">
            <a:spAutoFit/>
          </a:bodyPr>
          <a:lstStyle/>
          <a:p>
            <a:r>
              <a:rPr lang="pt-BR" sz="3200" dirty="0"/>
              <a:t>0.2658</a:t>
            </a:r>
          </a:p>
        </p:txBody>
      </p:sp>
      <p:cxnSp>
        <p:nvCxnSpPr>
          <p:cNvPr id="43" name="Conector reto 42">
            <a:extLst>
              <a:ext uri="{FF2B5EF4-FFF2-40B4-BE49-F238E27FC236}">
                <a16:creationId xmlns:a16="http://schemas.microsoft.com/office/drawing/2014/main" id="{77A3DF82-F3BE-BB99-5908-29F597021377}"/>
              </a:ext>
            </a:extLst>
          </p:cNvPr>
          <p:cNvCxnSpPr/>
          <p:nvPr/>
        </p:nvCxnSpPr>
        <p:spPr>
          <a:xfrm>
            <a:off x="6116597" y="210691"/>
            <a:ext cx="0" cy="6397511"/>
          </a:xfrm>
          <a:prstGeom prst="line">
            <a:avLst/>
          </a:prstGeom>
          <a:ln w="57150"/>
        </p:spPr>
        <p:style>
          <a:lnRef idx="2">
            <a:schemeClr val="dk1"/>
          </a:lnRef>
          <a:fillRef idx="0">
            <a:schemeClr val="dk1"/>
          </a:fillRef>
          <a:effectRef idx="1">
            <a:schemeClr val="dk1"/>
          </a:effectRef>
          <a:fontRef idx="minor">
            <a:schemeClr val="tx1"/>
          </a:fontRef>
        </p:style>
      </p:cxnSp>
      <p:sp>
        <p:nvSpPr>
          <p:cNvPr id="44" name="CaixaDeTexto 43">
            <a:extLst>
              <a:ext uri="{FF2B5EF4-FFF2-40B4-BE49-F238E27FC236}">
                <a16:creationId xmlns:a16="http://schemas.microsoft.com/office/drawing/2014/main" id="{2120045F-FB6B-38CC-5DE9-D490847B175C}"/>
              </a:ext>
            </a:extLst>
          </p:cNvPr>
          <p:cNvSpPr txBox="1"/>
          <p:nvPr/>
        </p:nvSpPr>
        <p:spPr>
          <a:xfrm>
            <a:off x="2707387" y="2725841"/>
            <a:ext cx="946093" cy="369332"/>
          </a:xfrm>
          <a:prstGeom prst="rect">
            <a:avLst/>
          </a:prstGeom>
          <a:noFill/>
        </p:spPr>
        <p:txBody>
          <a:bodyPr wrap="none" rtlCol="0">
            <a:spAutoFit/>
          </a:bodyPr>
          <a:lstStyle/>
          <a:p>
            <a:r>
              <a:rPr lang="pt-BR" dirty="0">
                <a:solidFill>
                  <a:srgbClr val="FF0000"/>
                </a:solidFill>
              </a:rPr>
              <a:t>-0.0291</a:t>
            </a:r>
          </a:p>
        </p:txBody>
      </p:sp>
      <p:sp>
        <p:nvSpPr>
          <p:cNvPr id="45" name="CaixaDeTexto 44">
            <a:extLst>
              <a:ext uri="{FF2B5EF4-FFF2-40B4-BE49-F238E27FC236}">
                <a16:creationId xmlns:a16="http://schemas.microsoft.com/office/drawing/2014/main" id="{13EAC8F6-EDDA-32D8-48A3-60E4BE44935B}"/>
              </a:ext>
            </a:extLst>
          </p:cNvPr>
          <p:cNvSpPr txBox="1"/>
          <p:nvPr/>
        </p:nvSpPr>
        <p:spPr>
          <a:xfrm>
            <a:off x="2080490" y="3939525"/>
            <a:ext cx="946093" cy="369332"/>
          </a:xfrm>
          <a:prstGeom prst="rect">
            <a:avLst/>
          </a:prstGeom>
          <a:noFill/>
        </p:spPr>
        <p:txBody>
          <a:bodyPr wrap="none" rtlCol="0">
            <a:spAutoFit/>
          </a:bodyPr>
          <a:lstStyle/>
          <a:p>
            <a:r>
              <a:rPr lang="pt-BR" dirty="0">
                <a:solidFill>
                  <a:srgbClr val="FF0000"/>
                </a:solidFill>
              </a:rPr>
              <a:t>-0.0290</a:t>
            </a:r>
          </a:p>
        </p:txBody>
      </p:sp>
      <p:sp>
        <p:nvSpPr>
          <p:cNvPr id="46" name="CaixaDeTexto 45">
            <a:extLst>
              <a:ext uri="{FF2B5EF4-FFF2-40B4-BE49-F238E27FC236}">
                <a16:creationId xmlns:a16="http://schemas.microsoft.com/office/drawing/2014/main" id="{A3AA453B-260A-9665-444B-CE7993F8E0A8}"/>
              </a:ext>
            </a:extLst>
          </p:cNvPr>
          <p:cNvSpPr txBox="1"/>
          <p:nvPr/>
        </p:nvSpPr>
        <p:spPr>
          <a:xfrm>
            <a:off x="3428476" y="3892628"/>
            <a:ext cx="946093" cy="369332"/>
          </a:xfrm>
          <a:prstGeom prst="rect">
            <a:avLst/>
          </a:prstGeom>
          <a:noFill/>
        </p:spPr>
        <p:txBody>
          <a:bodyPr wrap="none" rtlCol="0">
            <a:spAutoFit/>
          </a:bodyPr>
          <a:lstStyle/>
          <a:p>
            <a:r>
              <a:rPr lang="pt-BR" dirty="0">
                <a:solidFill>
                  <a:srgbClr val="FF0000"/>
                </a:solidFill>
              </a:rPr>
              <a:t>-0.0040</a:t>
            </a:r>
          </a:p>
        </p:txBody>
      </p:sp>
      <p:sp>
        <p:nvSpPr>
          <p:cNvPr id="47" name="CaixaDeTexto 46">
            <a:extLst>
              <a:ext uri="{FF2B5EF4-FFF2-40B4-BE49-F238E27FC236}">
                <a16:creationId xmlns:a16="http://schemas.microsoft.com/office/drawing/2014/main" id="{74944732-3F29-B634-C157-81538A149D8B}"/>
              </a:ext>
            </a:extLst>
          </p:cNvPr>
          <p:cNvSpPr txBox="1"/>
          <p:nvPr/>
        </p:nvSpPr>
        <p:spPr>
          <a:xfrm>
            <a:off x="9057747" y="2625017"/>
            <a:ext cx="946093" cy="369332"/>
          </a:xfrm>
          <a:prstGeom prst="rect">
            <a:avLst/>
          </a:prstGeom>
          <a:noFill/>
        </p:spPr>
        <p:txBody>
          <a:bodyPr wrap="none" rtlCol="0">
            <a:spAutoFit/>
          </a:bodyPr>
          <a:lstStyle/>
          <a:p>
            <a:r>
              <a:rPr lang="pt-BR" dirty="0">
                <a:solidFill>
                  <a:srgbClr val="FF0000"/>
                </a:solidFill>
              </a:rPr>
              <a:t>-0.0158</a:t>
            </a:r>
          </a:p>
        </p:txBody>
      </p:sp>
      <p:sp>
        <p:nvSpPr>
          <p:cNvPr id="48" name="CaixaDeTexto 47">
            <a:extLst>
              <a:ext uri="{FF2B5EF4-FFF2-40B4-BE49-F238E27FC236}">
                <a16:creationId xmlns:a16="http://schemas.microsoft.com/office/drawing/2014/main" id="{83EF72C8-88C0-8CEE-C799-B815262925D8}"/>
              </a:ext>
            </a:extLst>
          </p:cNvPr>
          <p:cNvSpPr txBox="1"/>
          <p:nvPr/>
        </p:nvSpPr>
        <p:spPr>
          <a:xfrm>
            <a:off x="8436604" y="3725397"/>
            <a:ext cx="946093" cy="369332"/>
          </a:xfrm>
          <a:prstGeom prst="rect">
            <a:avLst/>
          </a:prstGeom>
          <a:noFill/>
        </p:spPr>
        <p:txBody>
          <a:bodyPr wrap="none" rtlCol="0">
            <a:spAutoFit/>
          </a:bodyPr>
          <a:lstStyle/>
          <a:p>
            <a:r>
              <a:rPr lang="pt-BR" dirty="0">
                <a:solidFill>
                  <a:srgbClr val="FF0000"/>
                </a:solidFill>
              </a:rPr>
              <a:t>-0.0069</a:t>
            </a:r>
          </a:p>
        </p:txBody>
      </p:sp>
      <p:sp>
        <p:nvSpPr>
          <p:cNvPr id="49" name="CaixaDeTexto 48">
            <a:extLst>
              <a:ext uri="{FF2B5EF4-FFF2-40B4-BE49-F238E27FC236}">
                <a16:creationId xmlns:a16="http://schemas.microsoft.com/office/drawing/2014/main" id="{96DE83C6-8B02-CCC5-4C34-4756380A21D8}"/>
              </a:ext>
            </a:extLst>
          </p:cNvPr>
          <p:cNvSpPr txBox="1"/>
          <p:nvPr/>
        </p:nvSpPr>
        <p:spPr>
          <a:xfrm>
            <a:off x="9754801" y="3743184"/>
            <a:ext cx="946093" cy="369332"/>
          </a:xfrm>
          <a:prstGeom prst="rect">
            <a:avLst/>
          </a:prstGeom>
          <a:noFill/>
        </p:spPr>
        <p:txBody>
          <a:bodyPr wrap="none" rtlCol="0">
            <a:spAutoFit/>
          </a:bodyPr>
          <a:lstStyle/>
          <a:p>
            <a:r>
              <a:rPr lang="pt-BR" dirty="0">
                <a:solidFill>
                  <a:srgbClr val="FF0000"/>
                </a:solidFill>
              </a:rPr>
              <a:t>-0.0150</a:t>
            </a:r>
          </a:p>
        </p:txBody>
      </p:sp>
      <p:sp>
        <p:nvSpPr>
          <p:cNvPr id="50" name="CaixaDeTexto 49">
            <a:extLst>
              <a:ext uri="{FF2B5EF4-FFF2-40B4-BE49-F238E27FC236}">
                <a16:creationId xmlns:a16="http://schemas.microsoft.com/office/drawing/2014/main" id="{760AE3D8-07F7-BC74-B657-8CFF7D988715}"/>
              </a:ext>
            </a:extLst>
          </p:cNvPr>
          <p:cNvSpPr txBox="1"/>
          <p:nvPr/>
        </p:nvSpPr>
        <p:spPr>
          <a:xfrm>
            <a:off x="9097020" y="3237736"/>
            <a:ext cx="867545" cy="369332"/>
          </a:xfrm>
          <a:prstGeom prst="rect">
            <a:avLst/>
          </a:prstGeom>
          <a:noFill/>
        </p:spPr>
        <p:txBody>
          <a:bodyPr wrap="none" rtlCol="0">
            <a:spAutoFit/>
          </a:bodyPr>
          <a:lstStyle/>
          <a:p>
            <a:r>
              <a:rPr lang="pt-BR" dirty="0"/>
              <a:t>0.0120</a:t>
            </a:r>
          </a:p>
        </p:txBody>
      </p:sp>
      <p:sp>
        <p:nvSpPr>
          <p:cNvPr id="52" name="Retângulo: Cantos Arredondados 51">
            <a:extLst>
              <a:ext uri="{FF2B5EF4-FFF2-40B4-BE49-F238E27FC236}">
                <a16:creationId xmlns:a16="http://schemas.microsoft.com/office/drawing/2014/main" id="{D5C29E5B-83B8-0B6A-C936-338BEDC63627}"/>
              </a:ext>
            </a:extLst>
          </p:cNvPr>
          <p:cNvSpPr/>
          <p:nvPr/>
        </p:nvSpPr>
        <p:spPr>
          <a:xfrm>
            <a:off x="-3149237" y="3932390"/>
            <a:ext cx="4289332" cy="224734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O R² do modelo que tem urbanização e espaço no mesmo modelo, é maior do que o R² de modelos com urbanização e espaço separados.</a:t>
            </a:r>
          </a:p>
          <a:p>
            <a:pPr algn="ctr"/>
            <a:endParaRPr lang="pt-BR" dirty="0"/>
          </a:p>
          <a:p>
            <a:pPr algn="ctr"/>
            <a:r>
              <a:rPr lang="pt-BR" dirty="0"/>
              <a:t>Um meio que “potencializa”.</a:t>
            </a:r>
          </a:p>
        </p:txBody>
      </p:sp>
      <p:sp>
        <p:nvSpPr>
          <p:cNvPr id="2" name="CaixaDeTexto 1">
            <a:extLst>
              <a:ext uri="{FF2B5EF4-FFF2-40B4-BE49-F238E27FC236}">
                <a16:creationId xmlns:a16="http://schemas.microsoft.com/office/drawing/2014/main" id="{ACFFD2AC-B5E4-41B5-2C70-862E3AF6A140}"/>
              </a:ext>
            </a:extLst>
          </p:cNvPr>
          <p:cNvSpPr txBox="1"/>
          <p:nvPr/>
        </p:nvSpPr>
        <p:spPr>
          <a:xfrm>
            <a:off x="2798944" y="4839049"/>
            <a:ext cx="953907" cy="369332"/>
          </a:xfrm>
          <a:prstGeom prst="rect">
            <a:avLst/>
          </a:prstGeom>
          <a:noFill/>
        </p:spPr>
        <p:txBody>
          <a:bodyPr wrap="square" rtlCol="0">
            <a:spAutoFit/>
          </a:bodyPr>
          <a:lstStyle/>
          <a:p>
            <a:r>
              <a:rPr lang="pt-BR" dirty="0"/>
              <a:t>0.0854</a:t>
            </a:r>
          </a:p>
        </p:txBody>
      </p:sp>
      <p:sp>
        <p:nvSpPr>
          <p:cNvPr id="3" name="CaixaDeTexto 2">
            <a:extLst>
              <a:ext uri="{FF2B5EF4-FFF2-40B4-BE49-F238E27FC236}">
                <a16:creationId xmlns:a16="http://schemas.microsoft.com/office/drawing/2014/main" id="{857C5879-E298-FA49-8697-A1A3FB6882F2}"/>
              </a:ext>
            </a:extLst>
          </p:cNvPr>
          <p:cNvSpPr txBox="1"/>
          <p:nvPr/>
        </p:nvSpPr>
        <p:spPr>
          <a:xfrm>
            <a:off x="4520277" y="5892447"/>
            <a:ext cx="1611858" cy="646331"/>
          </a:xfrm>
          <a:prstGeom prst="rect">
            <a:avLst/>
          </a:prstGeom>
          <a:noFill/>
        </p:spPr>
        <p:txBody>
          <a:bodyPr wrap="square" rtlCol="0">
            <a:spAutoFit/>
          </a:bodyPr>
          <a:lstStyle/>
          <a:p>
            <a:r>
              <a:rPr lang="pt-BR" dirty="0"/>
              <a:t>Não testei significância</a:t>
            </a:r>
          </a:p>
        </p:txBody>
      </p:sp>
      <p:sp>
        <p:nvSpPr>
          <p:cNvPr id="7" name="CaixaDeTexto 6">
            <a:extLst>
              <a:ext uri="{FF2B5EF4-FFF2-40B4-BE49-F238E27FC236}">
                <a16:creationId xmlns:a16="http://schemas.microsoft.com/office/drawing/2014/main" id="{ADB49EE6-29ED-2F38-C18A-15DA0DDD63F3}"/>
              </a:ext>
            </a:extLst>
          </p:cNvPr>
          <p:cNvSpPr txBox="1"/>
          <p:nvPr/>
        </p:nvSpPr>
        <p:spPr>
          <a:xfrm>
            <a:off x="10606329" y="5974524"/>
            <a:ext cx="1611858" cy="646331"/>
          </a:xfrm>
          <a:prstGeom prst="rect">
            <a:avLst/>
          </a:prstGeom>
          <a:noFill/>
        </p:spPr>
        <p:txBody>
          <a:bodyPr wrap="square" rtlCol="0">
            <a:spAutoFit/>
          </a:bodyPr>
          <a:lstStyle/>
          <a:p>
            <a:r>
              <a:rPr lang="pt-BR" dirty="0"/>
              <a:t>Não testei significância</a:t>
            </a:r>
          </a:p>
        </p:txBody>
      </p:sp>
    </p:spTree>
    <p:extLst>
      <p:ext uri="{BB962C8B-B14F-4D97-AF65-F5344CB8AC3E}">
        <p14:creationId xmlns:p14="http://schemas.microsoft.com/office/powerpoint/2010/main" val="2356201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Cantos Arredondados 4">
            <a:extLst>
              <a:ext uri="{FF2B5EF4-FFF2-40B4-BE49-F238E27FC236}">
                <a16:creationId xmlns:a16="http://schemas.microsoft.com/office/drawing/2014/main" id="{33ABF601-B120-7728-39AA-7A73618FF4FB}"/>
              </a:ext>
            </a:extLst>
          </p:cNvPr>
          <p:cNvSpPr/>
          <p:nvPr/>
        </p:nvSpPr>
        <p:spPr>
          <a:xfrm>
            <a:off x="488906" y="1167319"/>
            <a:ext cx="11203741" cy="39812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800" dirty="0"/>
              <a:t>O R² do modelo que tem urbanização e espaço no mesmo modelo, é maior do que o R² de modelos com urbanização e espaço separados.</a:t>
            </a:r>
          </a:p>
          <a:p>
            <a:pPr algn="ctr"/>
            <a:endParaRPr lang="pt-BR" sz="2800" dirty="0"/>
          </a:p>
          <a:p>
            <a:pPr algn="ctr"/>
            <a:r>
              <a:rPr lang="pt-BR" sz="2800" dirty="0"/>
              <a:t>Um meio que “potencializa”.</a:t>
            </a:r>
          </a:p>
        </p:txBody>
      </p:sp>
    </p:spTree>
    <p:extLst>
      <p:ext uri="{BB962C8B-B14F-4D97-AF65-F5344CB8AC3E}">
        <p14:creationId xmlns:p14="http://schemas.microsoft.com/office/powerpoint/2010/main" val="3451104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B25AC603-805E-ED79-557C-02A31C238065}"/>
              </a:ext>
            </a:extLst>
          </p:cNvPr>
          <p:cNvSpPr txBox="1"/>
          <p:nvPr/>
        </p:nvSpPr>
        <p:spPr>
          <a:xfrm>
            <a:off x="946826" y="2319633"/>
            <a:ext cx="10330773" cy="1569660"/>
          </a:xfrm>
          <a:prstGeom prst="rect">
            <a:avLst/>
          </a:prstGeom>
          <a:noFill/>
        </p:spPr>
        <p:txBody>
          <a:bodyPr wrap="square">
            <a:spAutoFit/>
          </a:bodyPr>
          <a:lstStyle/>
          <a:p>
            <a:r>
              <a:rPr lang="en-US" sz="2400" dirty="0"/>
              <a:t>Non-testable fractions cannot be found directly, but by subtracting different models, and these subtraction results can be negative. The fractions are orthogonal, or linearly independent, but more complicated or nonlinear dependencies can cause negative non-testable fractions.</a:t>
            </a:r>
            <a:endParaRPr lang="pt-BR" sz="2400" dirty="0"/>
          </a:p>
        </p:txBody>
      </p:sp>
    </p:spTree>
    <p:extLst>
      <p:ext uri="{BB962C8B-B14F-4D97-AF65-F5344CB8AC3E}">
        <p14:creationId xmlns:p14="http://schemas.microsoft.com/office/powerpoint/2010/main" val="91368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8CB46-72A7-C0E2-ABB9-D48705B5EE8D}"/>
            </a:ext>
          </a:extLst>
        </p:cNvPr>
        <p:cNvGrpSpPr/>
        <p:nvPr/>
      </p:nvGrpSpPr>
      <p:grpSpPr>
        <a:xfrm>
          <a:off x="0" y="0"/>
          <a:ext cx="0" cy="0"/>
          <a:chOff x="0" y="0"/>
          <a:chExt cx="0" cy="0"/>
        </a:xfrm>
      </p:grpSpPr>
      <p:sp>
        <p:nvSpPr>
          <p:cNvPr id="4" name="Elipse 3">
            <a:extLst>
              <a:ext uri="{FF2B5EF4-FFF2-40B4-BE49-F238E27FC236}">
                <a16:creationId xmlns:a16="http://schemas.microsoft.com/office/drawing/2014/main" id="{650B52B8-C855-D21E-FDDD-F2FE4D542234}"/>
              </a:ext>
            </a:extLst>
          </p:cNvPr>
          <p:cNvSpPr/>
          <p:nvPr/>
        </p:nvSpPr>
        <p:spPr>
          <a:xfrm>
            <a:off x="1156967" y="188452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a:extLst>
              <a:ext uri="{FF2B5EF4-FFF2-40B4-BE49-F238E27FC236}">
                <a16:creationId xmlns:a16="http://schemas.microsoft.com/office/drawing/2014/main" id="{83444157-1C25-1B10-1812-08B720267E91}"/>
              </a:ext>
            </a:extLst>
          </p:cNvPr>
          <p:cNvSpPr/>
          <p:nvPr/>
        </p:nvSpPr>
        <p:spPr>
          <a:xfrm>
            <a:off x="2721767" y="188452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a:extLst>
              <a:ext uri="{FF2B5EF4-FFF2-40B4-BE49-F238E27FC236}">
                <a16:creationId xmlns:a16="http://schemas.microsoft.com/office/drawing/2014/main" id="{0CD57BCF-E626-A283-3017-98F058DF0578}"/>
              </a:ext>
            </a:extLst>
          </p:cNvPr>
          <p:cNvSpPr/>
          <p:nvPr/>
        </p:nvSpPr>
        <p:spPr>
          <a:xfrm>
            <a:off x="2000277" y="3347247"/>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aixaDeTexto 9">
            <a:extLst>
              <a:ext uri="{FF2B5EF4-FFF2-40B4-BE49-F238E27FC236}">
                <a16:creationId xmlns:a16="http://schemas.microsoft.com/office/drawing/2014/main" id="{D164C292-7EB5-F37B-1B70-032A440B27AB}"/>
              </a:ext>
            </a:extLst>
          </p:cNvPr>
          <p:cNvSpPr txBox="1"/>
          <p:nvPr/>
        </p:nvSpPr>
        <p:spPr>
          <a:xfrm>
            <a:off x="138223" y="52479"/>
            <a:ext cx="5100114" cy="369332"/>
          </a:xfrm>
          <a:prstGeom prst="rect">
            <a:avLst/>
          </a:prstGeom>
          <a:noFill/>
        </p:spPr>
        <p:txBody>
          <a:bodyPr wrap="none" rtlCol="0">
            <a:spAutoFit/>
          </a:bodyPr>
          <a:lstStyle/>
          <a:p>
            <a:r>
              <a:rPr lang="pt-BR" dirty="0"/>
              <a:t>Removendo espécies com 2 ou menos presenças</a:t>
            </a:r>
          </a:p>
        </p:txBody>
      </p:sp>
      <p:sp>
        <p:nvSpPr>
          <p:cNvPr id="11" name="CaixaDeTexto 10">
            <a:extLst>
              <a:ext uri="{FF2B5EF4-FFF2-40B4-BE49-F238E27FC236}">
                <a16:creationId xmlns:a16="http://schemas.microsoft.com/office/drawing/2014/main" id="{207BBC68-9733-6791-742E-806C7F6B986D}"/>
              </a:ext>
            </a:extLst>
          </p:cNvPr>
          <p:cNvSpPr txBox="1"/>
          <p:nvPr/>
        </p:nvSpPr>
        <p:spPr>
          <a:xfrm>
            <a:off x="163110" y="541048"/>
            <a:ext cx="2243371" cy="400110"/>
          </a:xfrm>
          <a:prstGeom prst="rect">
            <a:avLst/>
          </a:prstGeom>
          <a:noFill/>
        </p:spPr>
        <p:txBody>
          <a:bodyPr wrap="none" rtlCol="0">
            <a:spAutoFit/>
          </a:bodyPr>
          <a:lstStyle/>
          <a:p>
            <a:r>
              <a:rPr lang="pt-BR" sz="2000" b="1" dirty="0"/>
              <a:t>GLM multivariado</a:t>
            </a:r>
          </a:p>
        </p:txBody>
      </p:sp>
      <p:sp>
        <p:nvSpPr>
          <p:cNvPr id="12" name="CaixaDeTexto 11">
            <a:extLst>
              <a:ext uri="{FF2B5EF4-FFF2-40B4-BE49-F238E27FC236}">
                <a16:creationId xmlns:a16="http://schemas.microsoft.com/office/drawing/2014/main" id="{6C7AF8F2-6CEA-674C-D35C-6D57AA033042}"/>
              </a:ext>
            </a:extLst>
          </p:cNvPr>
          <p:cNvSpPr txBox="1"/>
          <p:nvPr/>
        </p:nvSpPr>
        <p:spPr>
          <a:xfrm>
            <a:off x="6942184" y="554420"/>
            <a:ext cx="831959" cy="400110"/>
          </a:xfrm>
          <a:prstGeom prst="rect">
            <a:avLst/>
          </a:prstGeom>
          <a:noFill/>
        </p:spPr>
        <p:txBody>
          <a:bodyPr wrap="none" rtlCol="0">
            <a:spAutoFit/>
          </a:bodyPr>
          <a:lstStyle/>
          <a:p>
            <a:r>
              <a:rPr lang="pt-BR" sz="2000" b="1" dirty="0" err="1"/>
              <a:t>RDAp</a:t>
            </a:r>
            <a:endParaRPr lang="pt-BR" sz="2000" b="1" dirty="0"/>
          </a:p>
        </p:txBody>
      </p:sp>
      <p:sp>
        <p:nvSpPr>
          <p:cNvPr id="16" name="CaixaDeTexto 15">
            <a:extLst>
              <a:ext uri="{FF2B5EF4-FFF2-40B4-BE49-F238E27FC236}">
                <a16:creationId xmlns:a16="http://schemas.microsoft.com/office/drawing/2014/main" id="{435E9BF3-10B4-E6D3-49DF-2393ACF637E2}"/>
              </a:ext>
            </a:extLst>
          </p:cNvPr>
          <p:cNvSpPr txBox="1"/>
          <p:nvPr/>
        </p:nvSpPr>
        <p:spPr>
          <a:xfrm>
            <a:off x="0" y="6436189"/>
            <a:ext cx="1345689" cy="369332"/>
          </a:xfrm>
          <a:prstGeom prst="rect">
            <a:avLst/>
          </a:prstGeom>
          <a:noFill/>
        </p:spPr>
        <p:txBody>
          <a:bodyPr wrap="none" rtlCol="0">
            <a:spAutoFit/>
          </a:bodyPr>
          <a:lstStyle/>
          <a:p>
            <a:r>
              <a:rPr lang="pt-BR" dirty="0"/>
              <a:t>Full model: </a:t>
            </a:r>
          </a:p>
        </p:txBody>
      </p:sp>
      <p:sp>
        <p:nvSpPr>
          <p:cNvPr id="17" name="CaixaDeTexto 16">
            <a:extLst>
              <a:ext uri="{FF2B5EF4-FFF2-40B4-BE49-F238E27FC236}">
                <a16:creationId xmlns:a16="http://schemas.microsoft.com/office/drawing/2014/main" id="{172B0480-F906-F38B-F23C-2CE66FB52130}"/>
              </a:ext>
            </a:extLst>
          </p:cNvPr>
          <p:cNvSpPr txBox="1"/>
          <p:nvPr/>
        </p:nvSpPr>
        <p:spPr>
          <a:xfrm>
            <a:off x="6641492" y="6449561"/>
            <a:ext cx="1345689" cy="369332"/>
          </a:xfrm>
          <a:prstGeom prst="rect">
            <a:avLst/>
          </a:prstGeom>
          <a:noFill/>
        </p:spPr>
        <p:txBody>
          <a:bodyPr wrap="none" rtlCol="0">
            <a:spAutoFit/>
          </a:bodyPr>
          <a:lstStyle/>
          <a:p>
            <a:r>
              <a:rPr lang="pt-BR" dirty="0"/>
              <a:t>Full model: </a:t>
            </a:r>
          </a:p>
        </p:txBody>
      </p:sp>
      <p:sp>
        <p:nvSpPr>
          <p:cNvPr id="18" name="CaixaDeTexto 17">
            <a:extLst>
              <a:ext uri="{FF2B5EF4-FFF2-40B4-BE49-F238E27FC236}">
                <a16:creationId xmlns:a16="http://schemas.microsoft.com/office/drawing/2014/main" id="{116D805F-F7C6-C375-D836-9D4F0EDB06C8}"/>
              </a:ext>
            </a:extLst>
          </p:cNvPr>
          <p:cNvSpPr txBox="1"/>
          <p:nvPr/>
        </p:nvSpPr>
        <p:spPr>
          <a:xfrm>
            <a:off x="2000277" y="1414543"/>
            <a:ext cx="976549" cy="369332"/>
          </a:xfrm>
          <a:prstGeom prst="rect">
            <a:avLst/>
          </a:prstGeom>
          <a:noFill/>
        </p:spPr>
        <p:txBody>
          <a:bodyPr wrap="none" rtlCol="0">
            <a:spAutoFit/>
          </a:bodyPr>
          <a:lstStyle/>
          <a:p>
            <a:r>
              <a:rPr lang="pt-BR" b="1" dirty="0"/>
              <a:t>0.2483*</a:t>
            </a:r>
          </a:p>
        </p:txBody>
      </p:sp>
      <p:sp>
        <p:nvSpPr>
          <p:cNvPr id="19" name="CaixaDeTexto 18">
            <a:extLst>
              <a:ext uri="{FF2B5EF4-FFF2-40B4-BE49-F238E27FC236}">
                <a16:creationId xmlns:a16="http://schemas.microsoft.com/office/drawing/2014/main" id="{2A72312C-A5B1-7B1F-BA66-6EE8CC7F19ED}"/>
              </a:ext>
            </a:extLst>
          </p:cNvPr>
          <p:cNvSpPr txBox="1"/>
          <p:nvPr/>
        </p:nvSpPr>
        <p:spPr>
          <a:xfrm>
            <a:off x="1472331" y="2776607"/>
            <a:ext cx="867545" cy="369332"/>
          </a:xfrm>
          <a:prstGeom prst="rect">
            <a:avLst/>
          </a:prstGeom>
          <a:noFill/>
        </p:spPr>
        <p:txBody>
          <a:bodyPr wrap="none" rtlCol="0">
            <a:spAutoFit/>
          </a:bodyPr>
          <a:lstStyle/>
          <a:p>
            <a:r>
              <a:rPr lang="pt-BR" dirty="0"/>
              <a:t>0.0443</a:t>
            </a:r>
          </a:p>
        </p:txBody>
      </p:sp>
      <p:sp>
        <p:nvSpPr>
          <p:cNvPr id="20" name="CaixaDeTexto 19">
            <a:extLst>
              <a:ext uri="{FF2B5EF4-FFF2-40B4-BE49-F238E27FC236}">
                <a16:creationId xmlns:a16="http://schemas.microsoft.com/office/drawing/2014/main" id="{860E45E6-A959-0E08-92EA-1A63C02910CE}"/>
              </a:ext>
            </a:extLst>
          </p:cNvPr>
          <p:cNvSpPr txBox="1"/>
          <p:nvPr/>
        </p:nvSpPr>
        <p:spPr>
          <a:xfrm>
            <a:off x="3734253" y="1414543"/>
            <a:ext cx="976549" cy="369332"/>
          </a:xfrm>
          <a:prstGeom prst="rect">
            <a:avLst/>
          </a:prstGeom>
          <a:noFill/>
        </p:spPr>
        <p:txBody>
          <a:bodyPr wrap="none" rtlCol="0">
            <a:spAutoFit/>
          </a:bodyPr>
          <a:lstStyle/>
          <a:p>
            <a:r>
              <a:rPr lang="pt-BR" b="1" dirty="0"/>
              <a:t>0.1348*</a:t>
            </a:r>
          </a:p>
        </p:txBody>
      </p:sp>
      <p:sp>
        <p:nvSpPr>
          <p:cNvPr id="21" name="CaixaDeTexto 20">
            <a:extLst>
              <a:ext uri="{FF2B5EF4-FFF2-40B4-BE49-F238E27FC236}">
                <a16:creationId xmlns:a16="http://schemas.microsoft.com/office/drawing/2014/main" id="{2E972C18-66A8-70C2-D801-E4CC5BABCE15}"/>
              </a:ext>
            </a:extLst>
          </p:cNvPr>
          <p:cNvSpPr txBox="1"/>
          <p:nvPr/>
        </p:nvSpPr>
        <p:spPr>
          <a:xfrm>
            <a:off x="2947421" y="5952653"/>
            <a:ext cx="976549" cy="369332"/>
          </a:xfrm>
          <a:prstGeom prst="rect">
            <a:avLst/>
          </a:prstGeom>
          <a:noFill/>
        </p:spPr>
        <p:txBody>
          <a:bodyPr wrap="none" rtlCol="0">
            <a:spAutoFit/>
          </a:bodyPr>
          <a:lstStyle/>
          <a:p>
            <a:r>
              <a:rPr lang="pt-BR" b="1" dirty="0"/>
              <a:t>0.2721*</a:t>
            </a:r>
          </a:p>
        </p:txBody>
      </p:sp>
      <p:sp>
        <p:nvSpPr>
          <p:cNvPr id="22" name="CaixaDeTexto 21">
            <a:extLst>
              <a:ext uri="{FF2B5EF4-FFF2-40B4-BE49-F238E27FC236}">
                <a16:creationId xmlns:a16="http://schemas.microsoft.com/office/drawing/2014/main" id="{6FD3CF83-6271-ABA5-1971-E9D2D2D83301}"/>
              </a:ext>
            </a:extLst>
          </p:cNvPr>
          <p:cNvSpPr txBox="1"/>
          <p:nvPr/>
        </p:nvSpPr>
        <p:spPr>
          <a:xfrm>
            <a:off x="4059806" y="2776608"/>
            <a:ext cx="953907" cy="369332"/>
          </a:xfrm>
          <a:prstGeom prst="rect">
            <a:avLst/>
          </a:prstGeom>
          <a:noFill/>
        </p:spPr>
        <p:txBody>
          <a:bodyPr wrap="square" rtlCol="0">
            <a:spAutoFit/>
          </a:bodyPr>
          <a:lstStyle/>
          <a:p>
            <a:r>
              <a:rPr lang="pt-BR" dirty="0"/>
              <a:t>0.0128</a:t>
            </a:r>
          </a:p>
        </p:txBody>
      </p:sp>
      <p:sp>
        <p:nvSpPr>
          <p:cNvPr id="23" name="CaixaDeTexto 22">
            <a:extLst>
              <a:ext uri="{FF2B5EF4-FFF2-40B4-BE49-F238E27FC236}">
                <a16:creationId xmlns:a16="http://schemas.microsoft.com/office/drawing/2014/main" id="{7282442E-6BF2-118A-EC02-8956E59DFF41}"/>
              </a:ext>
            </a:extLst>
          </p:cNvPr>
          <p:cNvSpPr txBox="1"/>
          <p:nvPr/>
        </p:nvSpPr>
        <p:spPr>
          <a:xfrm>
            <a:off x="2877846" y="4839049"/>
            <a:ext cx="1181959" cy="369332"/>
          </a:xfrm>
          <a:prstGeom prst="rect">
            <a:avLst/>
          </a:prstGeom>
          <a:noFill/>
        </p:spPr>
        <p:txBody>
          <a:bodyPr wrap="square" rtlCol="0">
            <a:spAutoFit/>
          </a:bodyPr>
          <a:lstStyle/>
          <a:p>
            <a:r>
              <a:rPr lang="pt-BR" b="1" dirty="0"/>
              <a:t>0.1858*</a:t>
            </a:r>
          </a:p>
        </p:txBody>
      </p:sp>
      <p:sp>
        <p:nvSpPr>
          <p:cNvPr id="24" name="CaixaDeTexto 23">
            <a:extLst>
              <a:ext uri="{FF2B5EF4-FFF2-40B4-BE49-F238E27FC236}">
                <a16:creationId xmlns:a16="http://schemas.microsoft.com/office/drawing/2014/main" id="{F391A54A-DD7C-802E-4993-9FC9FCE5FCB6}"/>
              </a:ext>
            </a:extLst>
          </p:cNvPr>
          <p:cNvSpPr txBox="1"/>
          <p:nvPr/>
        </p:nvSpPr>
        <p:spPr>
          <a:xfrm>
            <a:off x="1475737" y="2205968"/>
            <a:ext cx="1146917" cy="369332"/>
          </a:xfrm>
          <a:prstGeom prst="rect">
            <a:avLst/>
          </a:prstGeom>
          <a:noFill/>
        </p:spPr>
        <p:txBody>
          <a:bodyPr wrap="none" rtlCol="0">
            <a:spAutoFit/>
          </a:bodyPr>
          <a:lstStyle/>
          <a:p>
            <a:r>
              <a:rPr lang="pt-BR" dirty="0"/>
              <a:t>Ambiente</a:t>
            </a:r>
          </a:p>
        </p:txBody>
      </p:sp>
      <p:sp>
        <p:nvSpPr>
          <p:cNvPr id="25" name="CaixaDeTexto 24">
            <a:extLst>
              <a:ext uri="{FF2B5EF4-FFF2-40B4-BE49-F238E27FC236}">
                <a16:creationId xmlns:a16="http://schemas.microsoft.com/office/drawing/2014/main" id="{FA5D5080-F2E2-47B8-B19F-0B409953E736}"/>
              </a:ext>
            </a:extLst>
          </p:cNvPr>
          <p:cNvSpPr txBox="1"/>
          <p:nvPr/>
        </p:nvSpPr>
        <p:spPr>
          <a:xfrm>
            <a:off x="3566779" y="2253861"/>
            <a:ext cx="1446935" cy="369332"/>
          </a:xfrm>
          <a:prstGeom prst="rect">
            <a:avLst/>
          </a:prstGeom>
          <a:noFill/>
        </p:spPr>
        <p:txBody>
          <a:bodyPr wrap="none" rtlCol="0">
            <a:spAutoFit/>
          </a:bodyPr>
          <a:lstStyle/>
          <a:p>
            <a:r>
              <a:rPr lang="pt-BR" dirty="0"/>
              <a:t>Urbanização</a:t>
            </a:r>
          </a:p>
        </p:txBody>
      </p:sp>
      <p:sp>
        <p:nvSpPr>
          <p:cNvPr id="26" name="CaixaDeTexto 25">
            <a:extLst>
              <a:ext uri="{FF2B5EF4-FFF2-40B4-BE49-F238E27FC236}">
                <a16:creationId xmlns:a16="http://schemas.microsoft.com/office/drawing/2014/main" id="{1067F4B3-27FB-03C6-2E59-760D400BED8B}"/>
              </a:ext>
            </a:extLst>
          </p:cNvPr>
          <p:cNvSpPr txBox="1"/>
          <p:nvPr/>
        </p:nvSpPr>
        <p:spPr>
          <a:xfrm>
            <a:off x="2796848" y="4409511"/>
            <a:ext cx="926857" cy="369332"/>
          </a:xfrm>
          <a:prstGeom prst="rect">
            <a:avLst/>
          </a:prstGeom>
          <a:noFill/>
        </p:spPr>
        <p:txBody>
          <a:bodyPr wrap="none" rtlCol="0">
            <a:spAutoFit/>
          </a:bodyPr>
          <a:lstStyle/>
          <a:p>
            <a:r>
              <a:rPr lang="pt-BR" dirty="0"/>
              <a:t>Espaço</a:t>
            </a:r>
          </a:p>
        </p:txBody>
      </p:sp>
      <p:sp>
        <p:nvSpPr>
          <p:cNvPr id="27" name="Elipse 26">
            <a:extLst>
              <a:ext uri="{FF2B5EF4-FFF2-40B4-BE49-F238E27FC236}">
                <a16:creationId xmlns:a16="http://schemas.microsoft.com/office/drawing/2014/main" id="{6CD5A9EB-9D4A-5E53-5212-9928E25DAD90}"/>
              </a:ext>
            </a:extLst>
          </p:cNvPr>
          <p:cNvSpPr/>
          <p:nvPr/>
        </p:nvSpPr>
        <p:spPr>
          <a:xfrm>
            <a:off x="7489489" y="1702921"/>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Elipse 27">
            <a:extLst>
              <a:ext uri="{FF2B5EF4-FFF2-40B4-BE49-F238E27FC236}">
                <a16:creationId xmlns:a16="http://schemas.microsoft.com/office/drawing/2014/main" id="{C74CE9DD-4AC7-910F-2493-E0D054E2BCE8}"/>
              </a:ext>
            </a:extLst>
          </p:cNvPr>
          <p:cNvSpPr/>
          <p:nvPr/>
        </p:nvSpPr>
        <p:spPr>
          <a:xfrm>
            <a:off x="9054289" y="1702921"/>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Elipse 28">
            <a:extLst>
              <a:ext uri="{FF2B5EF4-FFF2-40B4-BE49-F238E27FC236}">
                <a16:creationId xmlns:a16="http://schemas.microsoft.com/office/drawing/2014/main" id="{68818EEE-739B-ACEA-E8F7-2560C818195D}"/>
              </a:ext>
            </a:extLst>
          </p:cNvPr>
          <p:cNvSpPr/>
          <p:nvPr/>
        </p:nvSpPr>
        <p:spPr>
          <a:xfrm>
            <a:off x="8332799" y="316563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CaixaDeTexto 29">
            <a:extLst>
              <a:ext uri="{FF2B5EF4-FFF2-40B4-BE49-F238E27FC236}">
                <a16:creationId xmlns:a16="http://schemas.microsoft.com/office/drawing/2014/main" id="{CEC156E4-2392-AD4C-2516-DBD1E7602742}"/>
              </a:ext>
            </a:extLst>
          </p:cNvPr>
          <p:cNvSpPr txBox="1"/>
          <p:nvPr/>
        </p:nvSpPr>
        <p:spPr>
          <a:xfrm>
            <a:off x="8332799" y="1232935"/>
            <a:ext cx="853119" cy="369332"/>
          </a:xfrm>
          <a:prstGeom prst="rect">
            <a:avLst/>
          </a:prstGeom>
          <a:noFill/>
        </p:spPr>
        <p:txBody>
          <a:bodyPr wrap="none" rtlCol="0">
            <a:spAutoFit/>
          </a:bodyPr>
          <a:lstStyle/>
          <a:p>
            <a:r>
              <a:rPr lang="pt-BR" b="1" dirty="0"/>
              <a:t>0.080*</a:t>
            </a:r>
          </a:p>
        </p:txBody>
      </p:sp>
      <p:sp>
        <p:nvSpPr>
          <p:cNvPr id="31" name="CaixaDeTexto 30">
            <a:extLst>
              <a:ext uri="{FF2B5EF4-FFF2-40B4-BE49-F238E27FC236}">
                <a16:creationId xmlns:a16="http://schemas.microsoft.com/office/drawing/2014/main" id="{12ACDE62-7007-81D0-1AB4-404740F7C518}"/>
              </a:ext>
            </a:extLst>
          </p:cNvPr>
          <p:cNvSpPr txBox="1"/>
          <p:nvPr/>
        </p:nvSpPr>
        <p:spPr>
          <a:xfrm>
            <a:off x="7804853" y="2594999"/>
            <a:ext cx="976549" cy="369332"/>
          </a:xfrm>
          <a:prstGeom prst="rect">
            <a:avLst/>
          </a:prstGeom>
          <a:noFill/>
        </p:spPr>
        <p:txBody>
          <a:bodyPr wrap="none" rtlCol="0">
            <a:spAutoFit/>
          </a:bodyPr>
          <a:lstStyle/>
          <a:p>
            <a:r>
              <a:rPr lang="pt-BR" b="1" dirty="0"/>
              <a:t>0.0587*</a:t>
            </a:r>
          </a:p>
        </p:txBody>
      </p:sp>
      <p:sp>
        <p:nvSpPr>
          <p:cNvPr id="32" name="CaixaDeTexto 31">
            <a:extLst>
              <a:ext uri="{FF2B5EF4-FFF2-40B4-BE49-F238E27FC236}">
                <a16:creationId xmlns:a16="http://schemas.microsoft.com/office/drawing/2014/main" id="{DB820FE2-C174-FD81-8914-19011D8B29C0}"/>
              </a:ext>
            </a:extLst>
          </p:cNvPr>
          <p:cNvSpPr txBox="1"/>
          <p:nvPr/>
        </p:nvSpPr>
        <p:spPr>
          <a:xfrm>
            <a:off x="10066775" y="1232935"/>
            <a:ext cx="946093" cy="369332"/>
          </a:xfrm>
          <a:prstGeom prst="rect">
            <a:avLst/>
          </a:prstGeom>
          <a:noFill/>
        </p:spPr>
        <p:txBody>
          <a:bodyPr wrap="none" rtlCol="0">
            <a:spAutoFit/>
          </a:bodyPr>
          <a:lstStyle/>
          <a:p>
            <a:r>
              <a:rPr lang="pt-BR" dirty="0">
                <a:solidFill>
                  <a:srgbClr val="FF0000"/>
                </a:solidFill>
              </a:rPr>
              <a:t>-0.0115</a:t>
            </a:r>
          </a:p>
        </p:txBody>
      </p:sp>
      <p:sp>
        <p:nvSpPr>
          <p:cNvPr id="33" name="CaixaDeTexto 32">
            <a:extLst>
              <a:ext uri="{FF2B5EF4-FFF2-40B4-BE49-F238E27FC236}">
                <a16:creationId xmlns:a16="http://schemas.microsoft.com/office/drawing/2014/main" id="{6B55D5C2-D85E-BD4C-94B3-FA4435D44B87}"/>
              </a:ext>
            </a:extLst>
          </p:cNvPr>
          <p:cNvSpPr txBox="1"/>
          <p:nvPr/>
        </p:nvSpPr>
        <p:spPr>
          <a:xfrm>
            <a:off x="9279943" y="5771045"/>
            <a:ext cx="976549" cy="369332"/>
          </a:xfrm>
          <a:prstGeom prst="rect">
            <a:avLst/>
          </a:prstGeom>
          <a:noFill/>
        </p:spPr>
        <p:txBody>
          <a:bodyPr wrap="none" rtlCol="0">
            <a:spAutoFit/>
          </a:bodyPr>
          <a:lstStyle/>
          <a:p>
            <a:r>
              <a:rPr lang="pt-BR" b="1" dirty="0"/>
              <a:t>0.1897*</a:t>
            </a:r>
          </a:p>
        </p:txBody>
      </p:sp>
      <p:sp>
        <p:nvSpPr>
          <p:cNvPr id="34" name="CaixaDeTexto 33">
            <a:extLst>
              <a:ext uri="{FF2B5EF4-FFF2-40B4-BE49-F238E27FC236}">
                <a16:creationId xmlns:a16="http://schemas.microsoft.com/office/drawing/2014/main" id="{417879BB-A201-7D2D-428E-031DAA6949CD}"/>
              </a:ext>
            </a:extLst>
          </p:cNvPr>
          <p:cNvSpPr txBox="1"/>
          <p:nvPr/>
        </p:nvSpPr>
        <p:spPr>
          <a:xfrm>
            <a:off x="10392328" y="2595000"/>
            <a:ext cx="999185" cy="369332"/>
          </a:xfrm>
          <a:prstGeom prst="rect">
            <a:avLst/>
          </a:prstGeom>
          <a:noFill/>
        </p:spPr>
        <p:txBody>
          <a:bodyPr wrap="square" rtlCol="0">
            <a:spAutoFit/>
          </a:bodyPr>
          <a:lstStyle/>
          <a:p>
            <a:r>
              <a:rPr lang="pt-BR" dirty="0"/>
              <a:t>0.0305</a:t>
            </a:r>
          </a:p>
        </p:txBody>
      </p:sp>
      <p:sp>
        <p:nvSpPr>
          <p:cNvPr id="35" name="CaixaDeTexto 34">
            <a:extLst>
              <a:ext uri="{FF2B5EF4-FFF2-40B4-BE49-F238E27FC236}">
                <a16:creationId xmlns:a16="http://schemas.microsoft.com/office/drawing/2014/main" id="{EB38A5B7-B763-4ED5-2606-5C4E5E8BE3BD}"/>
              </a:ext>
            </a:extLst>
          </p:cNvPr>
          <p:cNvSpPr txBox="1"/>
          <p:nvPr/>
        </p:nvSpPr>
        <p:spPr>
          <a:xfrm>
            <a:off x="9210368" y="4657441"/>
            <a:ext cx="1082809" cy="369332"/>
          </a:xfrm>
          <a:prstGeom prst="rect">
            <a:avLst/>
          </a:prstGeom>
          <a:noFill/>
        </p:spPr>
        <p:txBody>
          <a:bodyPr wrap="square" rtlCol="0">
            <a:spAutoFit/>
          </a:bodyPr>
          <a:lstStyle/>
          <a:p>
            <a:r>
              <a:rPr lang="pt-BR" b="1" dirty="0"/>
              <a:t>0.2011*</a:t>
            </a:r>
          </a:p>
        </p:txBody>
      </p:sp>
      <p:sp>
        <p:nvSpPr>
          <p:cNvPr id="36" name="CaixaDeTexto 35">
            <a:extLst>
              <a:ext uri="{FF2B5EF4-FFF2-40B4-BE49-F238E27FC236}">
                <a16:creationId xmlns:a16="http://schemas.microsoft.com/office/drawing/2014/main" id="{85ABC4B6-A190-9DC6-4B2D-DA9CDD1C1887}"/>
              </a:ext>
            </a:extLst>
          </p:cNvPr>
          <p:cNvSpPr txBox="1"/>
          <p:nvPr/>
        </p:nvSpPr>
        <p:spPr>
          <a:xfrm>
            <a:off x="7808259" y="2024360"/>
            <a:ext cx="1146917" cy="369332"/>
          </a:xfrm>
          <a:prstGeom prst="rect">
            <a:avLst/>
          </a:prstGeom>
          <a:noFill/>
        </p:spPr>
        <p:txBody>
          <a:bodyPr wrap="none" rtlCol="0">
            <a:spAutoFit/>
          </a:bodyPr>
          <a:lstStyle/>
          <a:p>
            <a:r>
              <a:rPr lang="pt-BR" dirty="0"/>
              <a:t>Ambiente</a:t>
            </a:r>
          </a:p>
        </p:txBody>
      </p:sp>
      <p:sp>
        <p:nvSpPr>
          <p:cNvPr id="37" name="CaixaDeTexto 36">
            <a:extLst>
              <a:ext uri="{FF2B5EF4-FFF2-40B4-BE49-F238E27FC236}">
                <a16:creationId xmlns:a16="http://schemas.microsoft.com/office/drawing/2014/main" id="{435A0CFB-361D-5B4A-32D5-81F203DD4491}"/>
              </a:ext>
            </a:extLst>
          </p:cNvPr>
          <p:cNvSpPr txBox="1"/>
          <p:nvPr/>
        </p:nvSpPr>
        <p:spPr>
          <a:xfrm>
            <a:off x="9899301" y="2072253"/>
            <a:ext cx="1446935" cy="369332"/>
          </a:xfrm>
          <a:prstGeom prst="rect">
            <a:avLst/>
          </a:prstGeom>
          <a:noFill/>
        </p:spPr>
        <p:txBody>
          <a:bodyPr wrap="none" rtlCol="0">
            <a:spAutoFit/>
          </a:bodyPr>
          <a:lstStyle/>
          <a:p>
            <a:r>
              <a:rPr lang="pt-BR" dirty="0"/>
              <a:t>Urbanização</a:t>
            </a:r>
          </a:p>
        </p:txBody>
      </p:sp>
      <p:sp>
        <p:nvSpPr>
          <p:cNvPr id="38" name="CaixaDeTexto 37">
            <a:extLst>
              <a:ext uri="{FF2B5EF4-FFF2-40B4-BE49-F238E27FC236}">
                <a16:creationId xmlns:a16="http://schemas.microsoft.com/office/drawing/2014/main" id="{1A1135DC-D36B-9235-362B-DB04B2B6C4B5}"/>
              </a:ext>
            </a:extLst>
          </p:cNvPr>
          <p:cNvSpPr txBox="1"/>
          <p:nvPr/>
        </p:nvSpPr>
        <p:spPr>
          <a:xfrm>
            <a:off x="9129370" y="4227903"/>
            <a:ext cx="926857" cy="369332"/>
          </a:xfrm>
          <a:prstGeom prst="rect">
            <a:avLst/>
          </a:prstGeom>
          <a:noFill/>
        </p:spPr>
        <p:txBody>
          <a:bodyPr wrap="none" rtlCol="0">
            <a:spAutoFit/>
          </a:bodyPr>
          <a:lstStyle/>
          <a:p>
            <a:r>
              <a:rPr lang="pt-BR" dirty="0"/>
              <a:t>Espaço</a:t>
            </a:r>
          </a:p>
        </p:txBody>
      </p:sp>
      <p:sp>
        <p:nvSpPr>
          <p:cNvPr id="39" name="CaixaDeTexto 38">
            <a:extLst>
              <a:ext uri="{FF2B5EF4-FFF2-40B4-BE49-F238E27FC236}">
                <a16:creationId xmlns:a16="http://schemas.microsoft.com/office/drawing/2014/main" id="{6C5F0601-BF72-E62B-403F-028F4AFB7C91}"/>
              </a:ext>
            </a:extLst>
          </p:cNvPr>
          <p:cNvSpPr txBox="1"/>
          <p:nvPr/>
        </p:nvSpPr>
        <p:spPr>
          <a:xfrm>
            <a:off x="2705859" y="3379405"/>
            <a:ext cx="946093" cy="369332"/>
          </a:xfrm>
          <a:prstGeom prst="rect">
            <a:avLst/>
          </a:prstGeom>
          <a:noFill/>
        </p:spPr>
        <p:txBody>
          <a:bodyPr wrap="none" rtlCol="0">
            <a:spAutoFit/>
          </a:bodyPr>
          <a:lstStyle/>
          <a:p>
            <a:r>
              <a:rPr lang="pt-BR" dirty="0">
                <a:solidFill>
                  <a:srgbClr val="FF0000"/>
                </a:solidFill>
              </a:rPr>
              <a:t>-0.0530</a:t>
            </a:r>
          </a:p>
        </p:txBody>
      </p:sp>
      <p:sp>
        <p:nvSpPr>
          <p:cNvPr id="40" name="CaixaDeTexto 39">
            <a:extLst>
              <a:ext uri="{FF2B5EF4-FFF2-40B4-BE49-F238E27FC236}">
                <a16:creationId xmlns:a16="http://schemas.microsoft.com/office/drawing/2014/main" id="{F0D5188D-C2F4-3561-A9BB-6845BB73F274}"/>
              </a:ext>
            </a:extLst>
          </p:cNvPr>
          <p:cNvSpPr txBox="1"/>
          <p:nvPr/>
        </p:nvSpPr>
        <p:spPr>
          <a:xfrm>
            <a:off x="8014043" y="6316830"/>
            <a:ext cx="1593706" cy="584775"/>
          </a:xfrm>
          <a:prstGeom prst="rect">
            <a:avLst/>
          </a:prstGeom>
          <a:noFill/>
        </p:spPr>
        <p:txBody>
          <a:bodyPr wrap="none" rtlCol="0">
            <a:spAutoFit/>
          </a:bodyPr>
          <a:lstStyle/>
          <a:p>
            <a:r>
              <a:rPr lang="pt-BR" sz="3200" b="1" dirty="0"/>
              <a:t>0.2749*</a:t>
            </a:r>
          </a:p>
        </p:txBody>
      </p:sp>
      <p:sp>
        <p:nvSpPr>
          <p:cNvPr id="41" name="CaixaDeTexto 40">
            <a:extLst>
              <a:ext uri="{FF2B5EF4-FFF2-40B4-BE49-F238E27FC236}">
                <a16:creationId xmlns:a16="http://schemas.microsoft.com/office/drawing/2014/main" id="{282355E5-2581-570B-7680-A25FA5D3E037}"/>
              </a:ext>
            </a:extLst>
          </p:cNvPr>
          <p:cNvSpPr txBox="1"/>
          <p:nvPr/>
        </p:nvSpPr>
        <p:spPr>
          <a:xfrm>
            <a:off x="1277125" y="6316830"/>
            <a:ext cx="1587294" cy="584775"/>
          </a:xfrm>
          <a:prstGeom prst="rect">
            <a:avLst/>
          </a:prstGeom>
          <a:noFill/>
        </p:spPr>
        <p:txBody>
          <a:bodyPr wrap="none" rtlCol="0">
            <a:spAutoFit/>
          </a:bodyPr>
          <a:lstStyle/>
          <a:p>
            <a:r>
              <a:rPr lang="pt-BR" sz="3200" b="1" dirty="0"/>
              <a:t>0.4755*</a:t>
            </a:r>
          </a:p>
        </p:txBody>
      </p:sp>
      <p:cxnSp>
        <p:nvCxnSpPr>
          <p:cNvPr id="43" name="Conector reto 42">
            <a:extLst>
              <a:ext uri="{FF2B5EF4-FFF2-40B4-BE49-F238E27FC236}">
                <a16:creationId xmlns:a16="http://schemas.microsoft.com/office/drawing/2014/main" id="{5D6B395B-C9D5-2F51-D16A-339C70BE941D}"/>
              </a:ext>
            </a:extLst>
          </p:cNvPr>
          <p:cNvCxnSpPr/>
          <p:nvPr/>
        </p:nvCxnSpPr>
        <p:spPr>
          <a:xfrm>
            <a:off x="6116597" y="210691"/>
            <a:ext cx="0" cy="6397511"/>
          </a:xfrm>
          <a:prstGeom prst="line">
            <a:avLst/>
          </a:prstGeom>
          <a:ln w="57150"/>
        </p:spPr>
        <p:style>
          <a:lnRef idx="2">
            <a:schemeClr val="dk1"/>
          </a:lnRef>
          <a:fillRef idx="0">
            <a:schemeClr val="dk1"/>
          </a:fillRef>
          <a:effectRef idx="1">
            <a:schemeClr val="dk1"/>
          </a:effectRef>
          <a:fontRef idx="minor">
            <a:schemeClr val="tx1"/>
          </a:fontRef>
        </p:style>
      </p:cxnSp>
      <p:sp>
        <p:nvSpPr>
          <p:cNvPr id="44" name="CaixaDeTexto 43">
            <a:extLst>
              <a:ext uri="{FF2B5EF4-FFF2-40B4-BE49-F238E27FC236}">
                <a16:creationId xmlns:a16="http://schemas.microsoft.com/office/drawing/2014/main" id="{BA0D767E-E5C8-4AEE-8F83-8BBA5437F27F}"/>
              </a:ext>
            </a:extLst>
          </p:cNvPr>
          <p:cNvSpPr txBox="1"/>
          <p:nvPr/>
        </p:nvSpPr>
        <p:spPr>
          <a:xfrm>
            <a:off x="2707387" y="2725841"/>
            <a:ext cx="867545" cy="369332"/>
          </a:xfrm>
          <a:prstGeom prst="rect">
            <a:avLst/>
          </a:prstGeom>
          <a:noFill/>
        </p:spPr>
        <p:txBody>
          <a:bodyPr wrap="none" rtlCol="0">
            <a:spAutoFit/>
          </a:bodyPr>
          <a:lstStyle/>
          <a:p>
            <a:r>
              <a:rPr lang="pt-BR" dirty="0"/>
              <a:t>0.1464</a:t>
            </a:r>
          </a:p>
        </p:txBody>
      </p:sp>
      <p:sp>
        <p:nvSpPr>
          <p:cNvPr id="45" name="CaixaDeTexto 44">
            <a:extLst>
              <a:ext uri="{FF2B5EF4-FFF2-40B4-BE49-F238E27FC236}">
                <a16:creationId xmlns:a16="http://schemas.microsoft.com/office/drawing/2014/main" id="{F74F8CD4-3A55-7D04-272A-A30F0D3E7FB0}"/>
              </a:ext>
            </a:extLst>
          </p:cNvPr>
          <p:cNvSpPr txBox="1"/>
          <p:nvPr/>
        </p:nvSpPr>
        <p:spPr>
          <a:xfrm>
            <a:off x="2174816" y="3878789"/>
            <a:ext cx="867545" cy="369332"/>
          </a:xfrm>
          <a:prstGeom prst="rect">
            <a:avLst/>
          </a:prstGeom>
          <a:noFill/>
        </p:spPr>
        <p:txBody>
          <a:bodyPr wrap="none" rtlCol="0">
            <a:spAutoFit/>
          </a:bodyPr>
          <a:lstStyle/>
          <a:p>
            <a:r>
              <a:rPr lang="pt-BR" dirty="0"/>
              <a:t>0.1106</a:t>
            </a:r>
          </a:p>
        </p:txBody>
      </p:sp>
      <p:sp>
        <p:nvSpPr>
          <p:cNvPr id="46" name="CaixaDeTexto 45">
            <a:extLst>
              <a:ext uri="{FF2B5EF4-FFF2-40B4-BE49-F238E27FC236}">
                <a16:creationId xmlns:a16="http://schemas.microsoft.com/office/drawing/2014/main" id="{01996F61-510C-C623-557C-7D54D060E7C3}"/>
              </a:ext>
            </a:extLst>
          </p:cNvPr>
          <p:cNvSpPr txBox="1"/>
          <p:nvPr/>
        </p:nvSpPr>
        <p:spPr>
          <a:xfrm>
            <a:off x="3428476" y="3892628"/>
            <a:ext cx="867545" cy="369332"/>
          </a:xfrm>
          <a:prstGeom prst="rect">
            <a:avLst/>
          </a:prstGeom>
          <a:noFill/>
        </p:spPr>
        <p:txBody>
          <a:bodyPr wrap="none" rtlCol="0">
            <a:spAutoFit/>
          </a:bodyPr>
          <a:lstStyle/>
          <a:p>
            <a:r>
              <a:rPr lang="pt-BR" dirty="0"/>
              <a:t>0.0286</a:t>
            </a:r>
          </a:p>
        </p:txBody>
      </p:sp>
      <p:sp>
        <p:nvSpPr>
          <p:cNvPr id="47" name="CaixaDeTexto 46">
            <a:extLst>
              <a:ext uri="{FF2B5EF4-FFF2-40B4-BE49-F238E27FC236}">
                <a16:creationId xmlns:a16="http://schemas.microsoft.com/office/drawing/2014/main" id="{0BBB12D8-707B-2ACD-D1E8-C446B06501D6}"/>
              </a:ext>
            </a:extLst>
          </p:cNvPr>
          <p:cNvSpPr txBox="1"/>
          <p:nvPr/>
        </p:nvSpPr>
        <p:spPr>
          <a:xfrm>
            <a:off x="9057747" y="2625017"/>
            <a:ext cx="946093" cy="369332"/>
          </a:xfrm>
          <a:prstGeom prst="rect">
            <a:avLst/>
          </a:prstGeom>
          <a:noFill/>
        </p:spPr>
        <p:txBody>
          <a:bodyPr wrap="none" rtlCol="0">
            <a:spAutoFit/>
          </a:bodyPr>
          <a:lstStyle/>
          <a:p>
            <a:r>
              <a:rPr lang="pt-BR" dirty="0">
                <a:solidFill>
                  <a:srgbClr val="FF0000"/>
                </a:solidFill>
              </a:rPr>
              <a:t>-0.0041</a:t>
            </a:r>
          </a:p>
        </p:txBody>
      </p:sp>
      <p:sp>
        <p:nvSpPr>
          <p:cNvPr id="48" name="CaixaDeTexto 47">
            <a:extLst>
              <a:ext uri="{FF2B5EF4-FFF2-40B4-BE49-F238E27FC236}">
                <a16:creationId xmlns:a16="http://schemas.microsoft.com/office/drawing/2014/main" id="{49E5338D-F8F9-44C3-0445-7DCDE26445FD}"/>
              </a:ext>
            </a:extLst>
          </p:cNvPr>
          <p:cNvSpPr txBox="1"/>
          <p:nvPr/>
        </p:nvSpPr>
        <p:spPr>
          <a:xfrm>
            <a:off x="8490542" y="3740053"/>
            <a:ext cx="867545" cy="369332"/>
          </a:xfrm>
          <a:prstGeom prst="rect">
            <a:avLst/>
          </a:prstGeom>
          <a:noFill/>
        </p:spPr>
        <p:txBody>
          <a:bodyPr wrap="none" rtlCol="0">
            <a:spAutoFit/>
          </a:bodyPr>
          <a:lstStyle/>
          <a:p>
            <a:r>
              <a:rPr lang="pt-BR" dirty="0"/>
              <a:t>0.0265</a:t>
            </a:r>
          </a:p>
        </p:txBody>
      </p:sp>
      <p:sp>
        <p:nvSpPr>
          <p:cNvPr id="49" name="CaixaDeTexto 48">
            <a:extLst>
              <a:ext uri="{FF2B5EF4-FFF2-40B4-BE49-F238E27FC236}">
                <a16:creationId xmlns:a16="http://schemas.microsoft.com/office/drawing/2014/main" id="{ED9A70CD-57CD-59B8-A937-8DF66DC4A746}"/>
              </a:ext>
            </a:extLst>
          </p:cNvPr>
          <p:cNvSpPr txBox="1"/>
          <p:nvPr/>
        </p:nvSpPr>
        <p:spPr>
          <a:xfrm>
            <a:off x="9754801" y="3743184"/>
            <a:ext cx="946093" cy="369332"/>
          </a:xfrm>
          <a:prstGeom prst="rect">
            <a:avLst/>
          </a:prstGeom>
          <a:noFill/>
        </p:spPr>
        <p:txBody>
          <a:bodyPr wrap="none" rtlCol="0">
            <a:spAutoFit/>
          </a:bodyPr>
          <a:lstStyle/>
          <a:p>
            <a:r>
              <a:rPr lang="pt-BR" dirty="0">
                <a:solidFill>
                  <a:srgbClr val="FF0000"/>
                </a:solidFill>
              </a:rPr>
              <a:t>-0.0372</a:t>
            </a:r>
          </a:p>
        </p:txBody>
      </p:sp>
      <p:sp>
        <p:nvSpPr>
          <p:cNvPr id="50" name="CaixaDeTexto 49">
            <a:extLst>
              <a:ext uri="{FF2B5EF4-FFF2-40B4-BE49-F238E27FC236}">
                <a16:creationId xmlns:a16="http://schemas.microsoft.com/office/drawing/2014/main" id="{7DA4DA69-0D61-CE76-DA01-88B349B75767}"/>
              </a:ext>
            </a:extLst>
          </p:cNvPr>
          <p:cNvSpPr txBox="1"/>
          <p:nvPr/>
        </p:nvSpPr>
        <p:spPr>
          <a:xfrm>
            <a:off x="9028494" y="3237736"/>
            <a:ext cx="946093" cy="369332"/>
          </a:xfrm>
          <a:prstGeom prst="rect">
            <a:avLst/>
          </a:prstGeom>
          <a:noFill/>
        </p:spPr>
        <p:txBody>
          <a:bodyPr wrap="none" rtlCol="0">
            <a:spAutoFit/>
          </a:bodyPr>
          <a:lstStyle/>
          <a:p>
            <a:r>
              <a:rPr lang="pt-BR" dirty="0">
                <a:solidFill>
                  <a:srgbClr val="FF0000"/>
                </a:solidFill>
              </a:rPr>
              <a:t>-0.0008</a:t>
            </a:r>
          </a:p>
        </p:txBody>
      </p:sp>
    </p:spTree>
    <p:extLst>
      <p:ext uri="{BB962C8B-B14F-4D97-AF65-F5344CB8AC3E}">
        <p14:creationId xmlns:p14="http://schemas.microsoft.com/office/powerpoint/2010/main" val="1372484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93E93-0A05-DB2B-089B-4BCCD320F860}"/>
            </a:ext>
          </a:extLst>
        </p:cNvPr>
        <p:cNvGrpSpPr/>
        <p:nvPr/>
      </p:nvGrpSpPr>
      <p:grpSpPr>
        <a:xfrm>
          <a:off x="0" y="0"/>
          <a:ext cx="0" cy="0"/>
          <a:chOff x="0" y="0"/>
          <a:chExt cx="0" cy="0"/>
        </a:xfrm>
      </p:grpSpPr>
      <p:sp>
        <p:nvSpPr>
          <p:cNvPr id="4" name="Elipse 3">
            <a:extLst>
              <a:ext uri="{FF2B5EF4-FFF2-40B4-BE49-F238E27FC236}">
                <a16:creationId xmlns:a16="http://schemas.microsoft.com/office/drawing/2014/main" id="{8F79A308-0260-D8C7-00A4-5C5A5E35B51B}"/>
              </a:ext>
            </a:extLst>
          </p:cNvPr>
          <p:cNvSpPr/>
          <p:nvPr/>
        </p:nvSpPr>
        <p:spPr>
          <a:xfrm>
            <a:off x="1156967" y="188452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a:extLst>
              <a:ext uri="{FF2B5EF4-FFF2-40B4-BE49-F238E27FC236}">
                <a16:creationId xmlns:a16="http://schemas.microsoft.com/office/drawing/2014/main" id="{C076F673-B9BF-45B8-1C3E-AE23295C0F12}"/>
              </a:ext>
            </a:extLst>
          </p:cNvPr>
          <p:cNvSpPr/>
          <p:nvPr/>
        </p:nvSpPr>
        <p:spPr>
          <a:xfrm>
            <a:off x="2721767" y="188452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a:extLst>
              <a:ext uri="{FF2B5EF4-FFF2-40B4-BE49-F238E27FC236}">
                <a16:creationId xmlns:a16="http://schemas.microsoft.com/office/drawing/2014/main" id="{8EF7DDBA-F2A1-A4E5-EC47-328AA37B7D77}"/>
              </a:ext>
            </a:extLst>
          </p:cNvPr>
          <p:cNvSpPr/>
          <p:nvPr/>
        </p:nvSpPr>
        <p:spPr>
          <a:xfrm>
            <a:off x="2000277" y="3347247"/>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CaixaDeTexto 10">
            <a:extLst>
              <a:ext uri="{FF2B5EF4-FFF2-40B4-BE49-F238E27FC236}">
                <a16:creationId xmlns:a16="http://schemas.microsoft.com/office/drawing/2014/main" id="{C1E8A5ED-8260-1F1A-365D-35CBAFA3F003}"/>
              </a:ext>
            </a:extLst>
          </p:cNvPr>
          <p:cNvSpPr txBox="1"/>
          <p:nvPr/>
        </p:nvSpPr>
        <p:spPr>
          <a:xfrm>
            <a:off x="163110" y="541048"/>
            <a:ext cx="2243371" cy="400110"/>
          </a:xfrm>
          <a:prstGeom prst="rect">
            <a:avLst/>
          </a:prstGeom>
          <a:noFill/>
        </p:spPr>
        <p:txBody>
          <a:bodyPr wrap="none" rtlCol="0">
            <a:spAutoFit/>
          </a:bodyPr>
          <a:lstStyle/>
          <a:p>
            <a:r>
              <a:rPr lang="pt-BR" sz="2000" b="1" dirty="0"/>
              <a:t>GLM multivariado</a:t>
            </a:r>
          </a:p>
        </p:txBody>
      </p:sp>
      <p:sp>
        <p:nvSpPr>
          <p:cNvPr id="12" name="CaixaDeTexto 11">
            <a:extLst>
              <a:ext uri="{FF2B5EF4-FFF2-40B4-BE49-F238E27FC236}">
                <a16:creationId xmlns:a16="http://schemas.microsoft.com/office/drawing/2014/main" id="{9EF25CDE-91C4-C4F8-2CEA-3B8204BE4DE5}"/>
              </a:ext>
            </a:extLst>
          </p:cNvPr>
          <p:cNvSpPr txBox="1"/>
          <p:nvPr/>
        </p:nvSpPr>
        <p:spPr>
          <a:xfrm>
            <a:off x="6942184" y="554420"/>
            <a:ext cx="831959" cy="400110"/>
          </a:xfrm>
          <a:prstGeom prst="rect">
            <a:avLst/>
          </a:prstGeom>
          <a:noFill/>
        </p:spPr>
        <p:txBody>
          <a:bodyPr wrap="none" rtlCol="0">
            <a:spAutoFit/>
          </a:bodyPr>
          <a:lstStyle/>
          <a:p>
            <a:r>
              <a:rPr lang="pt-BR" sz="2000" b="1" dirty="0" err="1"/>
              <a:t>RDAp</a:t>
            </a:r>
            <a:endParaRPr lang="pt-BR" sz="2000" b="1" dirty="0"/>
          </a:p>
        </p:txBody>
      </p:sp>
      <p:sp>
        <p:nvSpPr>
          <p:cNvPr id="16" name="CaixaDeTexto 15">
            <a:extLst>
              <a:ext uri="{FF2B5EF4-FFF2-40B4-BE49-F238E27FC236}">
                <a16:creationId xmlns:a16="http://schemas.microsoft.com/office/drawing/2014/main" id="{B49DC26E-E9C9-21A7-D83D-AF660561F164}"/>
              </a:ext>
            </a:extLst>
          </p:cNvPr>
          <p:cNvSpPr txBox="1"/>
          <p:nvPr/>
        </p:nvSpPr>
        <p:spPr>
          <a:xfrm>
            <a:off x="0" y="6436189"/>
            <a:ext cx="1345689" cy="369332"/>
          </a:xfrm>
          <a:prstGeom prst="rect">
            <a:avLst/>
          </a:prstGeom>
          <a:noFill/>
        </p:spPr>
        <p:txBody>
          <a:bodyPr wrap="none" rtlCol="0">
            <a:spAutoFit/>
          </a:bodyPr>
          <a:lstStyle/>
          <a:p>
            <a:r>
              <a:rPr lang="pt-BR" dirty="0"/>
              <a:t>Full model: </a:t>
            </a:r>
          </a:p>
        </p:txBody>
      </p:sp>
      <p:sp>
        <p:nvSpPr>
          <p:cNvPr id="17" name="CaixaDeTexto 16">
            <a:extLst>
              <a:ext uri="{FF2B5EF4-FFF2-40B4-BE49-F238E27FC236}">
                <a16:creationId xmlns:a16="http://schemas.microsoft.com/office/drawing/2014/main" id="{F412B234-8B79-2472-2556-BADFB849CF5C}"/>
              </a:ext>
            </a:extLst>
          </p:cNvPr>
          <p:cNvSpPr txBox="1"/>
          <p:nvPr/>
        </p:nvSpPr>
        <p:spPr>
          <a:xfrm>
            <a:off x="6641492" y="6449561"/>
            <a:ext cx="1345689" cy="369332"/>
          </a:xfrm>
          <a:prstGeom prst="rect">
            <a:avLst/>
          </a:prstGeom>
          <a:noFill/>
        </p:spPr>
        <p:txBody>
          <a:bodyPr wrap="none" rtlCol="0">
            <a:spAutoFit/>
          </a:bodyPr>
          <a:lstStyle/>
          <a:p>
            <a:r>
              <a:rPr lang="pt-BR" dirty="0"/>
              <a:t>Full model: </a:t>
            </a:r>
          </a:p>
        </p:txBody>
      </p:sp>
      <p:sp>
        <p:nvSpPr>
          <p:cNvPr id="18" name="CaixaDeTexto 17">
            <a:extLst>
              <a:ext uri="{FF2B5EF4-FFF2-40B4-BE49-F238E27FC236}">
                <a16:creationId xmlns:a16="http://schemas.microsoft.com/office/drawing/2014/main" id="{499B459B-7540-1DFB-B9EA-0AB202066980}"/>
              </a:ext>
            </a:extLst>
          </p:cNvPr>
          <p:cNvSpPr txBox="1"/>
          <p:nvPr/>
        </p:nvSpPr>
        <p:spPr>
          <a:xfrm>
            <a:off x="1874602" y="1414543"/>
            <a:ext cx="867545" cy="369332"/>
          </a:xfrm>
          <a:prstGeom prst="rect">
            <a:avLst/>
          </a:prstGeom>
          <a:noFill/>
        </p:spPr>
        <p:txBody>
          <a:bodyPr wrap="none" rtlCol="0">
            <a:spAutoFit/>
          </a:bodyPr>
          <a:lstStyle/>
          <a:p>
            <a:r>
              <a:rPr lang="pt-BR" dirty="0"/>
              <a:t>0.1024</a:t>
            </a:r>
          </a:p>
        </p:txBody>
      </p:sp>
      <p:sp>
        <p:nvSpPr>
          <p:cNvPr id="19" name="CaixaDeTexto 18">
            <a:extLst>
              <a:ext uri="{FF2B5EF4-FFF2-40B4-BE49-F238E27FC236}">
                <a16:creationId xmlns:a16="http://schemas.microsoft.com/office/drawing/2014/main" id="{723B3A2A-7119-3790-3DCE-6A11DF128084}"/>
              </a:ext>
            </a:extLst>
          </p:cNvPr>
          <p:cNvSpPr txBox="1"/>
          <p:nvPr/>
        </p:nvSpPr>
        <p:spPr>
          <a:xfrm>
            <a:off x="1472331" y="2776607"/>
            <a:ext cx="867545" cy="369332"/>
          </a:xfrm>
          <a:prstGeom prst="rect">
            <a:avLst/>
          </a:prstGeom>
          <a:noFill/>
        </p:spPr>
        <p:txBody>
          <a:bodyPr wrap="none" rtlCol="0">
            <a:spAutoFit/>
          </a:bodyPr>
          <a:lstStyle/>
          <a:p>
            <a:r>
              <a:rPr lang="pt-BR" dirty="0"/>
              <a:t>0.1150</a:t>
            </a:r>
          </a:p>
        </p:txBody>
      </p:sp>
      <p:sp>
        <p:nvSpPr>
          <p:cNvPr id="20" name="CaixaDeTexto 19">
            <a:extLst>
              <a:ext uri="{FF2B5EF4-FFF2-40B4-BE49-F238E27FC236}">
                <a16:creationId xmlns:a16="http://schemas.microsoft.com/office/drawing/2014/main" id="{6088EA01-D24B-AC4A-997B-3D3A8B4C5524}"/>
              </a:ext>
            </a:extLst>
          </p:cNvPr>
          <p:cNvSpPr txBox="1"/>
          <p:nvPr/>
        </p:nvSpPr>
        <p:spPr>
          <a:xfrm>
            <a:off x="3734253" y="1414543"/>
            <a:ext cx="867545" cy="369332"/>
          </a:xfrm>
          <a:prstGeom prst="rect">
            <a:avLst/>
          </a:prstGeom>
          <a:noFill/>
        </p:spPr>
        <p:txBody>
          <a:bodyPr wrap="none" rtlCol="0">
            <a:spAutoFit/>
          </a:bodyPr>
          <a:lstStyle/>
          <a:p>
            <a:r>
              <a:rPr lang="pt-BR" dirty="0"/>
              <a:t>0.0940</a:t>
            </a:r>
          </a:p>
        </p:txBody>
      </p:sp>
      <p:sp>
        <p:nvSpPr>
          <p:cNvPr id="21" name="CaixaDeTexto 20">
            <a:extLst>
              <a:ext uri="{FF2B5EF4-FFF2-40B4-BE49-F238E27FC236}">
                <a16:creationId xmlns:a16="http://schemas.microsoft.com/office/drawing/2014/main" id="{2A2FC4BA-8951-F96F-46D9-5DC41B16C120}"/>
              </a:ext>
            </a:extLst>
          </p:cNvPr>
          <p:cNvSpPr txBox="1"/>
          <p:nvPr/>
        </p:nvSpPr>
        <p:spPr>
          <a:xfrm>
            <a:off x="2745133" y="4901709"/>
            <a:ext cx="867545" cy="369332"/>
          </a:xfrm>
          <a:prstGeom prst="rect">
            <a:avLst/>
          </a:prstGeom>
          <a:noFill/>
        </p:spPr>
        <p:txBody>
          <a:bodyPr wrap="none" rtlCol="0">
            <a:spAutoFit/>
          </a:bodyPr>
          <a:lstStyle/>
          <a:p>
            <a:r>
              <a:rPr lang="pt-BR" dirty="0"/>
              <a:t>0.1075</a:t>
            </a:r>
          </a:p>
        </p:txBody>
      </p:sp>
      <p:sp>
        <p:nvSpPr>
          <p:cNvPr id="22" name="CaixaDeTexto 21">
            <a:extLst>
              <a:ext uri="{FF2B5EF4-FFF2-40B4-BE49-F238E27FC236}">
                <a16:creationId xmlns:a16="http://schemas.microsoft.com/office/drawing/2014/main" id="{28473B12-0592-922B-58F2-BE5D2B223C3A}"/>
              </a:ext>
            </a:extLst>
          </p:cNvPr>
          <p:cNvSpPr txBox="1"/>
          <p:nvPr/>
        </p:nvSpPr>
        <p:spPr>
          <a:xfrm>
            <a:off x="4059806" y="2776608"/>
            <a:ext cx="953907" cy="369332"/>
          </a:xfrm>
          <a:prstGeom prst="rect">
            <a:avLst/>
          </a:prstGeom>
          <a:noFill/>
        </p:spPr>
        <p:txBody>
          <a:bodyPr wrap="square" rtlCol="0">
            <a:spAutoFit/>
          </a:bodyPr>
          <a:lstStyle/>
          <a:p>
            <a:r>
              <a:rPr lang="pt-BR" dirty="0"/>
              <a:t>0.0247</a:t>
            </a:r>
          </a:p>
        </p:txBody>
      </p:sp>
      <p:sp>
        <p:nvSpPr>
          <p:cNvPr id="24" name="CaixaDeTexto 23">
            <a:extLst>
              <a:ext uri="{FF2B5EF4-FFF2-40B4-BE49-F238E27FC236}">
                <a16:creationId xmlns:a16="http://schemas.microsoft.com/office/drawing/2014/main" id="{001F2638-70B5-CE21-B889-75AB110677F4}"/>
              </a:ext>
            </a:extLst>
          </p:cNvPr>
          <p:cNvSpPr txBox="1"/>
          <p:nvPr/>
        </p:nvSpPr>
        <p:spPr>
          <a:xfrm>
            <a:off x="1475737" y="2205968"/>
            <a:ext cx="1101392" cy="369332"/>
          </a:xfrm>
          <a:prstGeom prst="rect">
            <a:avLst/>
          </a:prstGeom>
          <a:noFill/>
        </p:spPr>
        <p:txBody>
          <a:bodyPr wrap="none" rtlCol="0">
            <a:spAutoFit/>
          </a:bodyPr>
          <a:lstStyle/>
          <a:p>
            <a:r>
              <a:rPr lang="pt-BR" dirty="0"/>
              <a:t>Estrutura</a:t>
            </a:r>
          </a:p>
        </p:txBody>
      </p:sp>
      <p:sp>
        <p:nvSpPr>
          <p:cNvPr id="25" name="CaixaDeTexto 24">
            <a:extLst>
              <a:ext uri="{FF2B5EF4-FFF2-40B4-BE49-F238E27FC236}">
                <a16:creationId xmlns:a16="http://schemas.microsoft.com/office/drawing/2014/main" id="{CE733B8B-6765-C9DF-0FFD-A6400EF6AC6F}"/>
              </a:ext>
            </a:extLst>
          </p:cNvPr>
          <p:cNvSpPr txBox="1"/>
          <p:nvPr/>
        </p:nvSpPr>
        <p:spPr>
          <a:xfrm>
            <a:off x="3566779" y="2253861"/>
            <a:ext cx="689228" cy="369332"/>
          </a:xfrm>
          <a:prstGeom prst="rect">
            <a:avLst/>
          </a:prstGeom>
          <a:noFill/>
        </p:spPr>
        <p:txBody>
          <a:bodyPr wrap="none" rtlCol="0">
            <a:spAutoFit/>
          </a:bodyPr>
          <a:lstStyle/>
          <a:p>
            <a:r>
              <a:rPr lang="pt-BR" dirty="0"/>
              <a:t>Água</a:t>
            </a:r>
          </a:p>
        </p:txBody>
      </p:sp>
      <p:sp>
        <p:nvSpPr>
          <p:cNvPr id="26" name="CaixaDeTexto 25">
            <a:extLst>
              <a:ext uri="{FF2B5EF4-FFF2-40B4-BE49-F238E27FC236}">
                <a16:creationId xmlns:a16="http://schemas.microsoft.com/office/drawing/2014/main" id="{4A353793-B99B-4C98-D130-C0411B6D1952}"/>
              </a:ext>
            </a:extLst>
          </p:cNvPr>
          <p:cNvSpPr txBox="1"/>
          <p:nvPr/>
        </p:nvSpPr>
        <p:spPr>
          <a:xfrm>
            <a:off x="2796848" y="4409511"/>
            <a:ext cx="747320" cy="369332"/>
          </a:xfrm>
          <a:prstGeom prst="rect">
            <a:avLst/>
          </a:prstGeom>
          <a:noFill/>
        </p:spPr>
        <p:txBody>
          <a:bodyPr wrap="none" rtlCol="0">
            <a:spAutoFit/>
          </a:bodyPr>
          <a:lstStyle/>
          <a:p>
            <a:r>
              <a:rPr lang="pt-BR" dirty="0"/>
              <a:t>Bacia</a:t>
            </a:r>
          </a:p>
        </p:txBody>
      </p:sp>
      <p:sp>
        <p:nvSpPr>
          <p:cNvPr id="27" name="Elipse 26">
            <a:extLst>
              <a:ext uri="{FF2B5EF4-FFF2-40B4-BE49-F238E27FC236}">
                <a16:creationId xmlns:a16="http://schemas.microsoft.com/office/drawing/2014/main" id="{A6AEE278-D78A-29C1-B31A-5912C8F6C4C6}"/>
              </a:ext>
            </a:extLst>
          </p:cNvPr>
          <p:cNvSpPr/>
          <p:nvPr/>
        </p:nvSpPr>
        <p:spPr>
          <a:xfrm>
            <a:off x="7489489" y="1702921"/>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Elipse 27">
            <a:extLst>
              <a:ext uri="{FF2B5EF4-FFF2-40B4-BE49-F238E27FC236}">
                <a16:creationId xmlns:a16="http://schemas.microsoft.com/office/drawing/2014/main" id="{44FA344C-B4B8-4448-A93B-C7921FBC02A7}"/>
              </a:ext>
            </a:extLst>
          </p:cNvPr>
          <p:cNvSpPr/>
          <p:nvPr/>
        </p:nvSpPr>
        <p:spPr>
          <a:xfrm>
            <a:off x="9054289" y="1702921"/>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Elipse 28">
            <a:extLst>
              <a:ext uri="{FF2B5EF4-FFF2-40B4-BE49-F238E27FC236}">
                <a16:creationId xmlns:a16="http://schemas.microsoft.com/office/drawing/2014/main" id="{AD378BCB-B038-61E6-3492-14540FD9E1AA}"/>
              </a:ext>
            </a:extLst>
          </p:cNvPr>
          <p:cNvSpPr/>
          <p:nvPr/>
        </p:nvSpPr>
        <p:spPr>
          <a:xfrm>
            <a:off x="8332799" y="316563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CaixaDeTexto 29">
            <a:extLst>
              <a:ext uri="{FF2B5EF4-FFF2-40B4-BE49-F238E27FC236}">
                <a16:creationId xmlns:a16="http://schemas.microsoft.com/office/drawing/2014/main" id="{7B0EBC34-83CE-89A4-C7D2-0BAE180330CD}"/>
              </a:ext>
            </a:extLst>
          </p:cNvPr>
          <p:cNvSpPr txBox="1"/>
          <p:nvPr/>
        </p:nvSpPr>
        <p:spPr>
          <a:xfrm>
            <a:off x="8332799" y="1232935"/>
            <a:ext cx="976549" cy="369332"/>
          </a:xfrm>
          <a:prstGeom prst="rect">
            <a:avLst/>
          </a:prstGeom>
          <a:noFill/>
        </p:spPr>
        <p:txBody>
          <a:bodyPr wrap="none" rtlCol="0">
            <a:spAutoFit/>
          </a:bodyPr>
          <a:lstStyle/>
          <a:p>
            <a:r>
              <a:rPr lang="pt-BR" b="1" dirty="0"/>
              <a:t>0.0804*</a:t>
            </a:r>
          </a:p>
        </p:txBody>
      </p:sp>
      <p:sp>
        <p:nvSpPr>
          <p:cNvPr id="31" name="CaixaDeTexto 30">
            <a:extLst>
              <a:ext uri="{FF2B5EF4-FFF2-40B4-BE49-F238E27FC236}">
                <a16:creationId xmlns:a16="http://schemas.microsoft.com/office/drawing/2014/main" id="{02FB9499-B911-9711-B5F0-C0E6B3B3C0C9}"/>
              </a:ext>
            </a:extLst>
          </p:cNvPr>
          <p:cNvSpPr txBox="1"/>
          <p:nvPr/>
        </p:nvSpPr>
        <p:spPr>
          <a:xfrm>
            <a:off x="7804853" y="2594999"/>
            <a:ext cx="976549" cy="369332"/>
          </a:xfrm>
          <a:prstGeom prst="rect">
            <a:avLst/>
          </a:prstGeom>
          <a:noFill/>
        </p:spPr>
        <p:txBody>
          <a:bodyPr wrap="none" rtlCol="0">
            <a:spAutoFit/>
          </a:bodyPr>
          <a:lstStyle/>
          <a:p>
            <a:r>
              <a:rPr lang="pt-BR" b="1" dirty="0"/>
              <a:t>0.0912*</a:t>
            </a:r>
          </a:p>
        </p:txBody>
      </p:sp>
      <p:sp>
        <p:nvSpPr>
          <p:cNvPr id="32" name="CaixaDeTexto 31">
            <a:extLst>
              <a:ext uri="{FF2B5EF4-FFF2-40B4-BE49-F238E27FC236}">
                <a16:creationId xmlns:a16="http://schemas.microsoft.com/office/drawing/2014/main" id="{986D16B1-8F79-69C9-C7BC-CBCFB00F1F0A}"/>
              </a:ext>
            </a:extLst>
          </p:cNvPr>
          <p:cNvSpPr txBox="1"/>
          <p:nvPr/>
        </p:nvSpPr>
        <p:spPr>
          <a:xfrm>
            <a:off x="9945827" y="1229877"/>
            <a:ext cx="946093" cy="369332"/>
          </a:xfrm>
          <a:prstGeom prst="rect">
            <a:avLst/>
          </a:prstGeom>
          <a:noFill/>
        </p:spPr>
        <p:txBody>
          <a:bodyPr wrap="none" rtlCol="0">
            <a:spAutoFit/>
          </a:bodyPr>
          <a:lstStyle/>
          <a:p>
            <a:r>
              <a:rPr lang="pt-BR" dirty="0"/>
              <a:t>-0.0115</a:t>
            </a:r>
          </a:p>
        </p:txBody>
      </p:sp>
      <p:sp>
        <p:nvSpPr>
          <p:cNvPr id="33" name="CaixaDeTexto 32">
            <a:extLst>
              <a:ext uri="{FF2B5EF4-FFF2-40B4-BE49-F238E27FC236}">
                <a16:creationId xmlns:a16="http://schemas.microsoft.com/office/drawing/2014/main" id="{696F4B82-77A0-B69F-C62A-8B953CA892BF}"/>
              </a:ext>
            </a:extLst>
          </p:cNvPr>
          <p:cNvSpPr txBox="1"/>
          <p:nvPr/>
        </p:nvSpPr>
        <p:spPr>
          <a:xfrm>
            <a:off x="9210368" y="5771045"/>
            <a:ext cx="976549" cy="369332"/>
          </a:xfrm>
          <a:prstGeom prst="rect">
            <a:avLst/>
          </a:prstGeom>
          <a:noFill/>
        </p:spPr>
        <p:txBody>
          <a:bodyPr wrap="none" rtlCol="0">
            <a:spAutoFit/>
          </a:bodyPr>
          <a:lstStyle/>
          <a:p>
            <a:r>
              <a:rPr lang="pt-BR" b="1" dirty="0"/>
              <a:t>0.0212*</a:t>
            </a:r>
          </a:p>
        </p:txBody>
      </p:sp>
      <p:sp>
        <p:nvSpPr>
          <p:cNvPr id="34" name="CaixaDeTexto 33">
            <a:extLst>
              <a:ext uri="{FF2B5EF4-FFF2-40B4-BE49-F238E27FC236}">
                <a16:creationId xmlns:a16="http://schemas.microsoft.com/office/drawing/2014/main" id="{B6B476D3-D6B2-B855-CE4A-693BCD10CE26}"/>
              </a:ext>
            </a:extLst>
          </p:cNvPr>
          <p:cNvSpPr txBox="1"/>
          <p:nvPr/>
        </p:nvSpPr>
        <p:spPr>
          <a:xfrm>
            <a:off x="10392328" y="2595000"/>
            <a:ext cx="999185" cy="369332"/>
          </a:xfrm>
          <a:prstGeom prst="rect">
            <a:avLst/>
          </a:prstGeom>
          <a:noFill/>
        </p:spPr>
        <p:txBody>
          <a:bodyPr wrap="square" rtlCol="0">
            <a:spAutoFit/>
          </a:bodyPr>
          <a:lstStyle/>
          <a:p>
            <a:r>
              <a:rPr lang="pt-BR" dirty="0"/>
              <a:t>0.0070</a:t>
            </a:r>
          </a:p>
        </p:txBody>
      </p:sp>
      <p:sp>
        <p:nvSpPr>
          <p:cNvPr id="35" name="CaixaDeTexto 34">
            <a:extLst>
              <a:ext uri="{FF2B5EF4-FFF2-40B4-BE49-F238E27FC236}">
                <a16:creationId xmlns:a16="http://schemas.microsoft.com/office/drawing/2014/main" id="{A633DA6F-2631-ADE5-91F9-C34CB79787DC}"/>
              </a:ext>
            </a:extLst>
          </p:cNvPr>
          <p:cNvSpPr txBox="1"/>
          <p:nvPr/>
        </p:nvSpPr>
        <p:spPr>
          <a:xfrm>
            <a:off x="9210368" y="4657441"/>
            <a:ext cx="1082809" cy="369332"/>
          </a:xfrm>
          <a:prstGeom prst="rect">
            <a:avLst/>
          </a:prstGeom>
          <a:noFill/>
        </p:spPr>
        <p:txBody>
          <a:bodyPr wrap="square" rtlCol="0">
            <a:spAutoFit/>
          </a:bodyPr>
          <a:lstStyle/>
          <a:p>
            <a:r>
              <a:rPr lang="pt-BR" b="1" dirty="0"/>
              <a:t>0.0308*</a:t>
            </a:r>
          </a:p>
        </p:txBody>
      </p:sp>
      <p:sp>
        <p:nvSpPr>
          <p:cNvPr id="36" name="CaixaDeTexto 35">
            <a:extLst>
              <a:ext uri="{FF2B5EF4-FFF2-40B4-BE49-F238E27FC236}">
                <a16:creationId xmlns:a16="http://schemas.microsoft.com/office/drawing/2014/main" id="{26732398-3E5D-4DC9-61FF-47B5B48E050C}"/>
              </a:ext>
            </a:extLst>
          </p:cNvPr>
          <p:cNvSpPr txBox="1"/>
          <p:nvPr/>
        </p:nvSpPr>
        <p:spPr>
          <a:xfrm>
            <a:off x="7808259" y="2024360"/>
            <a:ext cx="1101392" cy="369332"/>
          </a:xfrm>
          <a:prstGeom prst="rect">
            <a:avLst/>
          </a:prstGeom>
          <a:noFill/>
        </p:spPr>
        <p:txBody>
          <a:bodyPr wrap="none" rtlCol="0">
            <a:spAutoFit/>
          </a:bodyPr>
          <a:lstStyle/>
          <a:p>
            <a:r>
              <a:rPr lang="pt-BR" dirty="0"/>
              <a:t>Estrutura</a:t>
            </a:r>
          </a:p>
        </p:txBody>
      </p:sp>
      <p:sp>
        <p:nvSpPr>
          <p:cNvPr id="37" name="CaixaDeTexto 36">
            <a:extLst>
              <a:ext uri="{FF2B5EF4-FFF2-40B4-BE49-F238E27FC236}">
                <a16:creationId xmlns:a16="http://schemas.microsoft.com/office/drawing/2014/main" id="{1F0F246C-8D33-6140-30B9-4EAD5B9854A3}"/>
              </a:ext>
            </a:extLst>
          </p:cNvPr>
          <p:cNvSpPr txBox="1"/>
          <p:nvPr/>
        </p:nvSpPr>
        <p:spPr>
          <a:xfrm>
            <a:off x="9899301" y="2072253"/>
            <a:ext cx="689228" cy="369332"/>
          </a:xfrm>
          <a:prstGeom prst="rect">
            <a:avLst/>
          </a:prstGeom>
          <a:noFill/>
        </p:spPr>
        <p:txBody>
          <a:bodyPr wrap="none" rtlCol="0">
            <a:spAutoFit/>
          </a:bodyPr>
          <a:lstStyle/>
          <a:p>
            <a:r>
              <a:rPr lang="pt-BR" dirty="0"/>
              <a:t>Água</a:t>
            </a:r>
          </a:p>
        </p:txBody>
      </p:sp>
      <p:sp>
        <p:nvSpPr>
          <p:cNvPr id="38" name="CaixaDeTexto 37">
            <a:extLst>
              <a:ext uri="{FF2B5EF4-FFF2-40B4-BE49-F238E27FC236}">
                <a16:creationId xmlns:a16="http://schemas.microsoft.com/office/drawing/2014/main" id="{C324472E-5067-2488-B412-746D4ED9936E}"/>
              </a:ext>
            </a:extLst>
          </p:cNvPr>
          <p:cNvSpPr txBox="1"/>
          <p:nvPr/>
        </p:nvSpPr>
        <p:spPr>
          <a:xfrm>
            <a:off x="9129370" y="4227903"/>
            <a:ext cx="747320" cy="369332"/>
          </a:xfrm>
          <a:prstGeom prst="rect">
            <a:avLst/>
          </a:prstGeom>
          <a:noFill/>
        </p:spPr>
        <p:txBody>
          <a:bodyPr wrap="none" rtlCol="0">
            <a:spAutoFit/>
          </a:bodyPr>
          <a:lstStyle/>
          <a:p>
            <a:r>
              <a:rPr lang="pt-BR" dirty="0"/>
              <a:t>Bacia</a:t>
            </a:r>
          </a:p>
        </p:txBody>
      </p:sp>
      <p:sp>
        <p:nvSpPr>
          <p:cNvPr id="39" name="CaixaDeTexto 38">
            <a:extLst>
              <a:ext uri="{FF2B5EF4-FFF2-40B4-BE49-F238E27FC236}">
                <a16:creationId xmlns:a16="http://schemas.microsoft.com/office/drawing/2014/main" id="{169E9D6E-3998-021A-094C-3F73BB151521}"/>
              </a:ext>
            </a:extLst>
          </p:cNvPr>
          <p:cNvSpPr txBox="1"/>
          <p:nvPr/>
        </p:nvSpPr>
        <p:spPr>
          <a:xfrm>
            <a:off x="2772227" y="3422402"/>
            <a:ext cx="867545" cy="369332"/>
          </a:xfrm>
          <a:prstGeom prst="rect">
            <a:avLst/>
          </a:prstGeom>
          <a:noFill/>
        </p:spPr>
        <p:txBody>
          <a:bodyPr wrap="none" rtlCol="0">
            <a:spAutoFit/>
          </a:bodyPr>
          <a:lstStyle/>
          <a:p>
            <a:r>
              <a:rPr lang="pt-BR" dirty="0"/>
              <a:t>0.0214</a:t>
            </a:r>
          </a:p>
        </p:txBody>
      </p:sp>
      <p:sp>
        <p:nvSpPr>
          <p:cNvPr id="40" name="CaixaDeTexto 39">
            <a:extLst>
              <a:ext uri="{FF2B5EF4-FFF2-40B4-BE49-F238E27FC236}">
                <a16:creationId xmlns:a16="http://schemas.microsoft.com/office/drawing/2014/main" id="{195C7FB3-AE7C-7CBC-C7FA-03FAFFBA9004}"/>
              </a:ext>
            </a:extLst>
          </p:cNvPr>
          <p:cNvSpPr txBox="1"/>
          <p:nvPr/>
        </p:nvSpPr>
        <p:spPr>
          <a:xfrm>
            <a:off x="7972527" y="6309457"/>
            <a:ext cx="1593706" cy="584775"/>
          </a:xfrm>
          <a:prstGeom prst="rect">
            <a:avLst/>
          </a:prstGeom>
          <a:noFill/>
        </p:spPr>
        <p:txBody>
          <a:bodyPr wrap="none" rtlCol="0">
            <a:spAutoFit/>
          </a:bodyPr>
          <a:lstStyle/>
          <a:p>
            <a:r>
              <a:rPr lang="pt-BR" sz="3200" b="1" dirty="0"/>
              <a:t>0.1037*</a:t>
            </a:r>
          </a:p>
        </p:txBody>
      </p:sp>
      <p:sp>
        <p:nvSpPr>
          <p:cNvPr id="41" name="CaixaDeTexto 40">
            <a:extLst>
              <a:ext uri="{FF2B5EF4-FFF2-40B4-BE49-F238E27FC236}">
                <a16:creationId xmlns:a16="http://schemas.microsoft.com/office/drawing/2014/main" id="{F2C43F56-DB52-478D-8466-E10EEF088DC6}"/>
              </a:ext>
            </a:extLst>
          </p:cNvPr>
          <p:cNvSpPr txBox="1"/>
          <p:nvPr/>
        </p:nvSpPr>
        <p:spPr>
          <a:xfrm>
            <a:off x="1277125" y="6316830"/>
            <a:ext cx="1587294" cy="584775"/>
          </a:xfrm>
          <a:prstGeom prst="rect">
            <a:avLst/>
          </a:prstGeom>
          <a:noFill/>
        </p:spPr>
        <p:txBody>
          <a:bodyPr wrap="none" rtlCol="0">
            <a:spAutoFit/>
          </a:bodyPr>
          <a:lstStyle/>
          <a:p>
            <a:r>
              <a:rPr lang="pt-BR" sz="3200" b="1" dirty="0"/>
              <a:t>0.2730*</a:t>
            </a:r>
          </a:p>
        </p:txBody>
      </p:sp>
      <p:cxnSp>
        <p:nvCxnSpPr>
          <p:cNvPr id="43" name="Conector reto 42">
            <a:extLst>
              <a:ext uri="{FF2B5EF4-FFF2-40B4-BE49-F238E27FC236}">
                <a16:creationId xmlns:a16="http://schemas.microsoft.com/office/drawing/2014/main" id="{D790F683-5D8F-4E5F-0EB6-F2AAEBDA4964}"/>
              </a:ext>
            </a:extLst>
          </p:cNvPr>
          <p:cNvCxnSpPr/>
          <p:nvPr/>
        </p:nvCxnSpPr>
        <p:spPr>
          <a:xfrm>
            <a:off x="6116597" y="210691"/>
            <a:ext cx="0" cy="6397511"/>
          </a:xfrm>
          <a:prstGeom prst="line">
            <a:avLst/>
          </a:prstGeom>
          <a:ln w="57150"/>
        </p:spPr>
        <p:style>
          <a:lnRef idx="2">
            <a:schemeClr val="dk1"/>
          </a:lnRef>
          <a:fillRef idx="0">
            <a:schemeClr val="dk1"/>
          </a:fillRef>
          <a:effectRef idx="1">
            <a:schemeClr val="dk1"/>
          </a:effectRef>
          <a:fontRef idx="minor">
            <a:schemeClr val="tx1"/>
          </a:fontRef>
        </p:style>
      </p:cxnSp>
      <p:sp>
        <p:nvSpPr>
          <p:cNvPr id="44" name="CaixaDeTexto 43">
            <a:extLst>
              <a:ext uri="{FF2B5EF4-FFF2-40B4-BE49-F238E27FC236}">
                <a16:creationId xmlns:a16="http://schemas.microsoft.com/office/drawing/2014/main" id="{D867988C-D63C-A410-2E45-D14BDC201B61}"/>
              </a:ext>
            </a:extLst>
          </p:cNvPr>
          <p:cNvSpPr txBox="1"/>
          <p:nvPr/>
        </p:nvSpPr>
        <p:spPr>
          <a:xfrm>
            <a:off x="2707387" y="2725841"/>
            <a:ext cx="867545" cy="369332"/>
          </a:xfrm>
          <a:prstGeom prst="rect">
            <a:avLst/>
          </a:prstGeom>
          <a:noFill/>
        </p:spPr>
        <p:txBody>
          <a:bodyPr wrap="none" rtlCol="0">
            <a:spAutoFit/>
          </a:bodyPr>
          <a:lstStyle/>
          <a:p>
            <a:r>
              <a:rPr lang="pt-BR" dirty="0"/>
              <a:t>0.0094</a:t>
            </a:r>
          </a:p>
        </p:txBody>
      </p:sp>
      <p:sp>
        <p:nvSpPr>
          <p:cNvPr id="45" name="CaixaDeTexto 44">
            <a:extLst>
              <a:ext uri="{FF2B5EF4-FFF2-40B4-BE49-F238E27FC236}">
                <a16:creationId xmlns:a16="http://schemas.microsoft.com/office/drawing/2014/main" id="{D27D24E0-C00D-0F4C-BD80-1B02FC38EC0B}"/>
              </a:ext>
            </a:extLst>
          </p:cNvPr>
          <p:cNvSpPr txBox="1"/>
          <p:nvPr/>
        </p:nvSpPr>
        <p:spPr>
          <a:xfrm>
            <a:off x="2080490" y="3939525"/>
            <a:ext cx="946093" cy="369332"/>
          </a:xfrm>
          <a:prstGeom prst="rect">
            <a:avLst/>
          </a:prstGeom>
          <a:noFill/>
        </p:spPr>
        <p:txBody>
          <a:bodyPr wrap="none" rtlCol="0">
            <a:spAutoFit/>
          </a:bodyPr>
          <a:lstStyle/>
          <a:p>
            <a:r>
              <a:rPr lang="pt-BR" dirty="0">
                <a:solidFill>
                  <a:srgbClr val="FF0000"/>
                </a:solidFill>
              </a:rPr>
              <a:t>-0.0435</a:t>
            </a:r>
          </a:p>
        </p:txBody>
      </p:sp>
      <p:sp>
        <p:nvSpPr>
          <p:cNvPr id="46" name="CaixaDeTexto 45">
            <a:extLst>
              <a:ext uri="{FF2B5EF4-FFF2-40B4-BE49-F238E27FC236}">
                <a16:creationId xmlns:a16="http://schemas.microsoft.com/office/drawing/2014/main" id="{188F957C-A387-8A84-0A15-456C37339EFA}"/>
              </a:ext>
            </a:extLst>
          </p:cNvPr>
          <p:cNvSpPr txBox="1"/>
          <p:nvPr/>
        </p:nvSpPr>
        <p:spPr>
          <a:xfrm>
            <a:off x="3428476" y="3892628"/>
            <a:ext cx="867545" cy="369332"/>
          </a:xfrm>
          <a:prstGeom prst="rect">
            <a:avLst/>
          </a:prstGeom>
          <a:noFill/>
        </p:spPr>
        <p:txBody>
          <a:bodyPr wrap="none" rtlCol="0">
            <a:spAutoFit/>
          </a:bodyPr>
          <a:lstStyle/>
          <a:p>
            <a:r>
              <a:rPr lang="pt-BR" dirty="0"/>
              <a:t>0.0383</a:t>
            </a:r>
          </a:p>
        </p:txBody>
      </p:sp>
      <p:sp>
        <p:nvSpPr>
          <p:cNvPr id="47" name="CaixaDeTexto 46">
            <a:extLst>
              <a:ext uri="{FF2B5EF4-FFF2-40B4-BE49-F238E27FC236}">
                <a16:creationId xmlns:a16="http://schemas.microsoft.com/office/drawing/2014/main" id="{0BDE0AA7-A66A-0521-0F22-13565B2C6824}"/>
              </a:ext>
            </a:extLst>
          </p:cNvPr>
          <p:cNvSpPr txBox="1"/>
          <p:nvPr/>
        </p:nvSpPr>
        <p:spPr>
          <a:xfrm>
            <a:off x="9057747" y="2625017"/>
            <a:ext cx="946093" cy="369332"/>
          </a:xfrm>
          <a:prstGeom prst="rect">
            <a:avLst/>
          </a:prstGeom>
          <a:noFill/>
        </p:spPr>
        <p:txBody>
          <a:bodyPr wrap="none" rtlCol="0">
            <a:spAutoFit/>
          </a:bodyPr>
          <a:lstStyle/>
          <a:p>
            <a:r>
              <a:rPr lang="pt-BR" dirty="0">
                <a:solidFill>
                  <a:srgbClr val="FF0000"/>
                </a:solidFill>
              </a:rPr>
              <a:t>-0.0159</a:t>
            </a:r>
          </a:p>
        </p:txBody>
      </p:sp>
      <p:sp>
        <p:nvSpPr>
          <p:cNvPr id="48" name="CaixaDeTexto 47">
            <a:extLst>
              <a:ext uri="{FF2B5EF4-FFF2-40B4-BE49-F238E27FC236}">
                <a16:creationId xmlns:a16="http://schemas.microsoft.com/office/drawing/2014/main" id="{9349D03D-B45E-BC68-3A89-BDFD1A6DD3ED}"/>
              </a:ext>
            </a:extLst>
          </p:cNvPr>
          <p:cNvSpPr txBox="1"/>
          <p:nvPr/>
        </p:nvSpPr>
        <p:spPr>
          <a:xfrm>
            <a:off x="8436604" y="3725397"/>
            <a:ext cx="946093" cy="369332"/>
          </a:xfrm>
          <a:prstGeom prst="rect">
            <a:avLst/>
          </a:prstGeom>
          <a:noFill/>
        </p:spPr>
        <p:txBody>
          <a:bodyPr wrap="none" rtlCol="0">
            <a:spAutoFit/>
          </a:bodyPr>
          <a:lstStyle/>
          <a:p>
            <a:r>
              <a:rPr lang="pt-BR" dirty="0">
                <a:solidFill>
                  <a:srgbClr val="FF0000"/>
                </a:solidFill>
              </a:rPr>
              <a:t>-0.0069</a:t>
            </a:r>
          </a:p>
        </p:txBody>
      </p:sp>
      <p:sp>
        <p:nvSpPr>
          <p:cNvPr id="49" name="CaixaDeTexto 48">
            <a:extLst>
              <a:ext uri="{FF2B5EF4-FFF2-40B4-BE49-F238E27FC236}">
                <a16:creationId xmlns:a16="http://schemas.microsoft.com/office/drawing/2014/main" id="{1D35BCA6-EB13-2189-7742-A00866401530}"/>
              </a:ext>
            </a:extLst>
          </p:cNvPr>
          <p:cNvSpPr txBox="1"/>
          <p:nvPr/>
        </p:nvSpPr>
        <p:spPr>
          <a:xfrm>
            <a:off x="9754801" y="3743184"/>
            <a:ext cx="946093" cy="369332"/>
          </a:xfrm>
          <a:prstGeom prst="rect">
            <a:avLst/>
          </a:prstGeom>
          <a:noFill/>
        </p:spPr>
        <p:txBody>
          <a:bodyPr wrap="none" rtlCol="0">
            <a:spAutoFit/>
          </a:bodyPr>
          <a:lstStyle/>
          <a:p>
            <a:r>
              <a:rPr lang="pt-BR" dirty="0">
                <a:solidFill>
                  <a:srgbClr val="FF0000"/>
                </a:solidFill>
              </a:rPr>
              <a:t>-0.0150</a:t>
            </a:r>
          </a:p>
        </p:txBody>
      </p:sp>
      <p:sp>
        <p:nvSpPr>
          <p:cNvPr id="50" name="CaixaDeTexto 49">
            <a:extLst>
              <a:ext uri="{FF2B5EF4-FFF2-40B4-BE49-F238E27FC236}">
                <a16:creationId xmlns:a16="http://schemas.microsoft.com/office/drawing/2014/main" id="{4CF40CF8-FB0B-4E18-0DC8-C4548DBA6BD7}"/>
              </a:ext>
            </a:extLst>
          </p:cNvPr>
          <p:cNvSpPr txBox="1"/>
          <p:nvPr/>
        </p:nvSpPr>
        <p:spPr>
          <a:xfrm>
            <a:off x="9097020" y="3237736"/>
            <a:ext cx="867545" cy="369332"/>
          </a:xfrm>
          <a:prstGeom prst="rect">
            <a:avLst/>
          </a:prstGeom>
          <a:noFill/>
        </p:spPr>
        <p:txBody>
          <a:bodyPr wrap="none" rtlCol="0">
            <a:spAutoFit/>
          </a:bodyPr>
          <a:lstStyle/>
          <a:p>
            <a:r>
              <a:rPr lang="pt-BR" dirty="0"/>
              <a:t>0.0120</a:t>
            </a:r>
          </a:p>
        </p:txBody>
      </p:sp>
      <p:sp>
        <p:nvSpPr>
          <p:cNvPr id="2" name="CaixaDeTexto 1">
            <a:extLst>
              <a:ext uri="{FF2B5EF4-FFF2-40B4-BE49-F238E27FC236}">
                <a16:creationId xmlns:a16="http://schemas.microsoft.com/office/drawing/2014/main" id="{6B3AB6C9-A3FB-F379-8046-F0B16F5E080F}"/>
              </a:ext>
            </a:extLst>
          </p:cNvPr>
          <p:cNvSpPr txBox="1"/>
          <p:nvPr/>
        </p:nvSpPr>
        <p:spPr>
          <a:xfrm>
            <a:off x="2772227" y="6080229"/>
            <a:ext cx="953907" cy="369332"/>
          </a:xfrm>
          <a:prstGeom prst="rect">
            <a:avLst/>
          </a:prstGeom>
          <a:noFill/>
        </p:spPr>
        <p:txBody>
          <a:bodyPr wrap="square" rtlCol="0">
            <a:spAutoFit/>
          </a:bodyPr>
          <a:lstStyle/>
          <a:p>
            <a:r>
              <a:rPr lang="pt-BR" dirty="0"/>
              <a:t>0.1237</a:t>
            </a:r>
          </a:p>
        </p:txBody>
      </p:sp>
      <p:sp>
        <p:nvSpPr>
          <p:cNvPr id="3" name="CaixaDeTexto 2">
            <a:extLst>
              <a:ext uri="{FF2B5EF4-FFF2-40B4-BE49-F238E27FC236}">
                <a16:creationId xmlns:a16="http://schemas.microsoft.com/office/drawing/2014/main" id="{E9FE425E-5AD0-C9F0-1A0D-3C4CD8EC8678}"/>
              </a:ext>
            </a:extLst>
          </p:cNvPr>
          <p:cNvSpPr txBox="1"/>
          <p:nvPr/>
        </p:nvSpPr>
        <p:spPr>
          <a:xfrm>
            <a:off x="138223" y="52479"/>
            <a:ext cx="5100114" cy="369332"/>
          </a:xfrm>
          <a:prstGeom prst="rect">
            <a:avLst/>
          </a:prstGeom>
          <a:noFill/>
        </p:spPr>
        <p:txBody>
          <a:bodyPr wrap="none" rtlCol="0">
            <a:spAutoFit/>
          </a:bodyPr>
          <a:lstStyle/>
          <a:p>
            <a:r>
              <a:rPr lang="pt-BR" dirty="0"/>
              <a:t>Removendo espécies com 2 ou menos presenças</a:t>
            </a:r>
          </a:p>
        </p:txBody>
      </p:sp>
      <p:sp>
        <p:nvSpPr>
          <p:cNvPr id="7" name="CaixaDeTexto 6">
            <a:extLst>
              <a:ext uri="{FF2B5EF4-FFF2-40B4-BE49-F238E27FC236}">
                <a16:creationId xmlns:a16="http://schemas.microsoft.com/office/drawing/2014/main" id="{9EC4D81C-34AC-994A-726F-0D41ED5331FC}"/>
              </a:ext>
            </a:extLst>
          </p:cNvPr>
          <p:cNvSpPr txBox="1"/>
          <p:nvPr/>
        </p:nvSpPr>
        <p:spPr>
          <a:xfrm>
            <a:off x="4520277" y="5892447"/>
            <a:ext cx="1611858" cy="646331"/>
          </a:xfrm>
          <a:prstGeom prst="rect">
            <a:avLst/>
          </a:prstGeom>
          <a:noFill/>
        </p:spPr>
        <p:txBody>
          <a:bodyPr wrap="square" rtlCol="0">
            <a:spAutoFit/>
          </a:bodyPr>
          <a:lstStyle/>
          <a:p>
            <a:r>
              <a:rPr lang="pt-BR" dirty="0"/>
              <a:t>Não testei significância</a:t>
            </a:r>
          </a:p>
        </p:txBody>
      </p:sp>
    </p:spTree>
    <p:extLst>
      <p:ext uri="{BB962C8B-B14F-4D97-AF65-F5344CB8AC3E}">
        <p14:creationId xmlns:p14="http://schemas.microsoft.com/office/powerpoint/2010/main" val="3859977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053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6269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08F4C-83F0-826C-3D05-B7EE57D42EBA}"/>
            </a:ext>
          </a:extLst>
        </p:cNvPr>
        <p:cNvGrpSpPr/>
        <p:nvPr/>
      </p:nvGrpSpPr>
      <p:grpSpPr>
        <a:xfrm>
          <a:off x="0" y="0"/>
          <a:ext cx="0" cy="0"/>
          <a:chOff x="0" y="0"/>
          <a:chExt cx="0" cy="0"/>
        </a:xfrm>
      </p:grpSpPr>
      <p:sp>
        <p:nvSpPr>
          <p:cNvPr id="4" name="Elipse 3">
            <a:extLst>
              <a:ext uri="{FF2B5EF4-FFF2-40B4-BE49-F238E27FC236}">
                <a16:creationId xmlns:a16="http://schemas.microsoft.com/office/drawing/2014/main" id="{F46798F7-F0F0-0FCB-7058-CF740E03A4FB}"/>
              </a:ext>
            </a:extLst>
          </p:cNvPr>
          <p:cNvSpPr/>
          <p:nvPr/>
        </p:nvSpPr>
        <p:spPr>
          <a:xfrm>
            <a:off x="1345689" y="1864012"/>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a:extLst>
              <a:ext uri="{FF2B5EF4-FFF2-40B4-BE49-F238E27FC236}">
                <a16:creationId xmlns:a16="http://schemas.microsoft.com/office/drawing/2014/main" id="{59503F0A-B456-4555-A18C-8C0DCC0D7B2C}"/>
              </a:ext>
            </a:extLst>
          </p:cNvPr>
          <p:cNvSpPr/>
          <p:nvPr/>
        </p:nvSpPr>
        <p:spPr>
          <a:xfrm>
            <a:off x="2721767" y="1884529"/>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a:extLst>
              <a:ext uri="{FF2B5EF4-FFF2-40B4-BE49-F238E27FC236}">
                <a16:creationId xmlns:a16="http://schemas.microsoft.com/office/drawing/2014/main" id="{19C1B3C0-46E7-BB5D-0EFF-8F63FF9B186F}"/>
              </a:ext>
            </a:extLst>
          </p:cNvPr>
          <p:cNvSpPr txBox="1"/>
          <p:nvPr/>
        </p:nvSpPr>
        <p:spPr>
          <a:xfrm>
            <a:off x="138223" y="52479"/>
            <a:ext cx="4739439" cy="369332"/>
          </a:xfrm>
          <a:prstGeom prst="rect">
            <a:avLst/>
          </a:prstGeom>
          <a:noFill/>
        </p:spPr>
        <p:txBody>
          <a:bodyPr wrap="none" rtlCol="0">
            <a:spAutoFit/>
          </a:bodyPr>
          <a:lstStyle/>
          <a:p>
            <a:r>
              <a:rPr lang="pt-BR" dirty="0"/>
              <a:t>Removendo espécies com apenas 1 presença</a:t>
            </a:r>
          </a:p>
        </p:txBody>
      </p:sp>
      <p:sp>
        <p:nvSpPr>
          <p:cNvPr id="8" name="CaixaDeTexto 7">
            <a:extLst>
              <a:ext uri="{FF2B5EF4-FFF2-40B4-BE49-F238E27FC236}">
                <a16:creationId xmlns:a16="http://schemas.microsoft.com/office/drawing/2014/main" id="{269324AF-35A3-BF55-39C7-B42395C18755}"/>
              </a:ext>
            </a:extLst>
          </p:cNvPr>
          <p:cNvSpPr txBox="1"/>
          <p:nvPr/>
        </p:nvSpPr>
        <p:spPr>
          <a:xfrm>
            <a:off x="163110" y="541048"/>
            <a:ext cx="2243371" cy="400110"/>
          </a:xfrm>
          <a:prstGeom prst="rect">
            <a:avLst/>
          </a:prstGeom>
          <a:noFill/>
        </p:spPr>
        <p:txBody>
          <a:bodyPr wrap="none" rtlCol="0">
            <a:spAutoFit/>
          </a:bodyPr>
          <a:lstStyle/>
          <a:p>
            <a:r>
              <a:rPr lang="pt-BR" sz="2000" b="1" dirty="0"/>
              <a:t>GLM multivariado</a:t>
            </a:r>
          </a:p>
        </p:txBody>
      </p:sp>
      <p:sp>
        <p:nvSpPr>
          <p:cNvPr id="9" name="CaixaDeTexto 8">
            <a:extLst>
              <a:ext uri="{FF2B5EF4-FFF2-40B4-BE49-F238E27FC236}">
                <a16:creationId xmlns:a16="http://schemas.microsoft.com/office/drawing/2014/main" id="{63773B85-1AD0-929C-9734-93365A61FCC3}"/>
              </a:ext>
            </a:extLst>
          </p:cNvPr>
          <p:cNvSpPr txBox="1"/>
          <p:nvPr/>
        </p:nvSpPr>
        <p:spPr>
          <a:xfrm>
            <a:off x="0" y="6436189"/>
            <a:ext cx="1345689" cy="369332"/>
          </a:xfrm>
          <a:prstGeom prst="rect">
            <a:avLst/>
          </a:prstGeom>
          <a:noFill/>
        </p:spPr>
        <p:txBody>
          <a:bodyPr wrap="none" rtlCol="0">
            <a:spAutoFit/>
          </a:bodyPr>
          <a:lstStyle/>
          <a:p>
            <a:r>
              <a:rPr lang="pt-BR" dirty="0"/>
              <a:t>Full model: </a:t>
            </a:r>
          </a:p>
        </p:txBody>
      </p:sp>
      <p:sp>
        <p:nvSpPr>
          <p:cNvPr id="16" name="CaixaDeTexto 15">
            <a:extLst>
              <a:ext uri="{FF2B5EF4-FFF2-40B4-BE49-F238E27FC236}">
                <a16:creationId xmlns:a16="http://schemas.microsoft.com/office/drawing/2014/main" id="{67621322-9E97-1B79-7EDF-B215C7822A21}"/>
              </a:ext>
            </a:extLst>
          </p:cNvPr>
          <p:cNvSpPr txBox="1"/>
          <p:nvPr/>
        </p:nvSpPr>
        <p:spPr>
          <a:xfrm>
            <a:off x="3507222" y="1471637"/>
            <a:ext cx="1146917" cy="369332"/>
          </a:xfrm>
          <a:prstGeom prst="rect">
            <a:avLst/>
          </a:prstGeom>
          <a:noFill/>
        </p:spPr>
        <p:txBody>
          <a:bodyPr wrap="none" rtlCol="0">
            <a:spAutoFit/>
          </a:bodyPr>
          <a:lstStyle/>
          <a:p>
            <a:r>
              <a:rPr lang="pt-BR" dirty="0"/>
              <a:t>Ambiente</a:t>
            </a:r>
          </a:p>
        </p:txBody>
      </p:sp>
      <p:sp>
        <p:nvSpPr>
          <p:cNvPr id="17" name="CaixaDeTexto 16">
            <a:extLst>
              <a:ext uri="{FF2B5EF4-FFF2-40B4-BE49-F238E27FC236}">
                <a16:creationId xmlns:a16="http://schemas.microsoft.com/office/drawing/2014/main" id="{1DBD9D4F-B8F6-E167-CDC1-33FA453B7283}"/>
              </a:ext>
            </a:extLst>
          </p:cNvPr>
          <p:cNvSpPr txBox="1"/>
          <p:nvPr/>
        </p:nvSpPr>
        <p:spPr>
          <a:xfrm>
            <a:off x="1764974" y="1471731"/>
            <a:ext cx="1446935" cy="369332"/>
          </a:xfrm>
          <a:prstGeom prst="rect">
            <a:avLst/>
          </a:prstGeom>
          <a:noFill/>
        </p:spPr>
        <p:txBody>
          <a:bodyPr wrap="none" rtlCol="0">
            <a:spAutoFit/>
          </a:bodyPr>
          <a:lstStyle/>
          <a:p>
            <a:r>
              <a:rPr lang="pt-BR" dirty="0"/>
              <a:t>Urbanização</a:t>
            </a:r>
          </a:p>
        </p:txBody>
      </p:sp>
      <p:sp>
        <p:nvSpPr>
          <p:cNvPr id="20" name="CaixaDeTexto 19">
            <a:extLst>
              <a:ext uri="{FF2B5EF4-FFF2-40B4-BE49-F238E27FC236}">
                <a16:creationId xmlns:a16="http://schemas.microsoft.com/office/drawing/2014/main" id="{9D443B23-05CF-2714-73D1-4762ACACD197}"/>
              </a:ext>
            </a:extLst>
          </p:cNvPr>
          <p:cNvSpPr txBox="1"/>
          <p:nvPr/>
        </p:nvSpPr>
        <p:spPr>
          <a:xfrm>
            <a:off x="1277125" y="6316830"/>
            <a:ext cx="1399742" cy="584775"/>
          </a:xfrm>
          <a:prstGeom prst="rect">
            <a:avLst/>
          </a:prstGeom>
          <a:noFill/>
        </p:spPr>
        <p:txBody>
          <a:bodyPr wrap="none" rtlCol="0">
            <a:spAutoFit/>
          </a:bodyPr>
          <a:lstStyle/>
          <a:p>
            <a:r>
              <a:rPr lang="pt-BR" sz="3200" dirty="0"/>
              <a:t>0.4912</a:t>
            </a:r>
          </a:p>
        </p:txBody>
      </p:sp>
      <p:sp>
        <p:nvSpPr>
          <p:cNvPr id="26" name="CaixaDeTexto 25">
            <a:extLst>
              <a:ext uri="{FF2B5EF4-FFF2-40B4-BE49-F238E27FC236}">
                <a16:creationId xmlns:a16="http://schemas.microsoft.com/office/drawing/2014/main" id="{243491CE-CB29-7E65-1597-701647A14A38}"/>
              </a:ext>
            </a:extLst>
          </p:cNvPr>
          <p:cNvSpPr txBox="1"/>
          <p:nvPr/>
        </p:nvSpPr>
        <p:spPr>
          <a:xfrm>
            <a:off x="1620897" y="2979538"/>
            <a:ext cx="867545" cy="369332"/>
          </a:xfrm>
          <a:prstGeom prst="rect">
            <a:avLst/>
          </a:prstGeom>
          <a:noFill/>
        </p:spPr>
        <p:txBody>
          <a:bodyPr wrap="none" rtlCol="0">
            <a:spAutoFit/>
          </a:bodyPr>
          <a:lstStyle/>
          <a:p>
            <a:r>
              <a:rPr lang="pt-BR" dirty="0"/>
              <a:t>0.0645</a:t>
            </a:r>
          </a:p>
        </p:txBody>
      </p:sp>
      <p:sp>
        <p:nvSpPr>
          <p:cNvPr id="28" name="CaixaDeTexto 27">
            <a:extLst>
              <a:ext uri="{FF2B5EF4-FFF2-40B4-BE49-F238E27FC236}">
                <a16:creationId xmlns:a16="http://schemas.microsoft.com/office/drawing/2014/main" id="{6AA1E7B0-9D2D-A9D0-04B7-1E289DA76212}"/>
              </a:ext>
            </a:extLst>
          </p:cNvPr>
          <p:cNvSpPr txBox="1"/>
          <p:nvPr/>
        </p:nvSpPr>
        <p:spPr>
          <a:xfrm>
            <a:off x="2869726" y="2951946"/>
            <a:ext cx="867545" cy="369332"/>
          </a:xfrm>
          <a:prstGeom prst="rect">
            <a:avLst/>
          </a:prstGeom>
          <a:noFill/>
        </p:spPr>
        <p:txBody>
          <a:bodyPr wrap="none" rtlCol="0">
            <a:spAutoFit/>
          </a:bodyPr>
          <a:lstStyle/>
          <a:p>
            <a:r>
              <a:rPr lang="pt-BR" dirty="0"/>
              <a:t>0.0928</a:t>
            </a:r>
          </a:p>
        </p:txBody>
      </p:sp>
      <p:sp>
        <p:nvSpPr>
          <p:cNvPr id="29" name="CaixaDeTexto 28">
            <a:extLst>
              <a:ext uri="{FF2B5EF4-FFF2-40B4-BE49-F238E27FC236}">
                <a16:creationId xmlns:a16="http://schemas.microsoft.com/office/drawing/2014/main" id="{C7A4FD4F-47A0-DB07-D075-48050DE328B7}"/>
              </a:ext>
            </a:extLst>
          </p:cNvPr>
          <p:cNvSpPr txBox="1"/>
          <p:nvPr/>
        </p:nvSpPr>
        <p:spPr>
          <a:xfrm>
            <a:off x="4080681" y="2979538"/>
            <a:ext cx="867545" cy="369332"/>
          </a:xfrm>
          <a:prstGeom prst="rect">
            <a:avLst/>
          </a:prstGeom>
          <a:noFill/>
        </p:spPr>
        <p:txBody>
          <a:bodyPr wrap="none" rtlCol="0">
            <a:spAutoFit/>
          </a:bodyPr>
          <a:lstStyle/>
          <a:p>
            <a:r>
              <a:rPr lang="pt-BR" dirty="0"/>
              <a:t>0.0347</a:t>
            </a:r>
          </a:p>
        </p:txBody>
      </p:sp>
      <p:sp>
        <p:nvSpPr>
          <p:cNvPr id="2" name="Elipse 1">
            <a:extLst>
              <a:ext uri="{FF2B5EF4-FFF2-40B4-BE49-F238E27FC236}">
                <a16:creationId xmlns:a16="http://schemas.microsoft.com/office/drawing/2014/main" id="{84A882B4-5A03-3715-4656-44D6D67EDB6D}"/>
              </a:ext>
            </a:extLst>
          </p:cNvPr>
          <p:cNvSpPr/>
          <p:nvPr/>
        </p:nvSpPr>
        <p:spPr>
          <a:xfrm>
            <a:off x="6686196" y="1843495"/>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Elipse 2">
            <a:extLst>
              <a:ext uri="{FF2B5EF4-FFF2-40B4-BE49-F238E27FC236}">
                <a16:creationId xmlns:a16="http://schemas.microsoft.com/office/drawing/2014/main" id="{69274469-3EA2-FC65-40BF-347117828805}"/>
              </a:ext>
            </a:extLst>
          </p:cNvPr>
          <p:cNvSpPr/>
          <p:nvPr/>
        </p:nvSpPr>
        <p:spPr>
          <a:xfrm>
            <a:off x="8062274" y="1864012"/>
            <a:ext cx="2520000" cy="254520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aixaDeTexto 9">
            <a:extLst>
              <a:ext uri="{FF2B5EF4-FFF2-40B4-BE49-F238E27FC236}">
                <a16:creationId xmlns:a16="http://schemas.microsoft.com/office/drawing/2014/main" id="{0B786AB2-28F1-98A6-DB31-9F5BADA73045}"/>
              </a:ext>
            </a:extLst>
          </p:cNvPr>
          <p:cNvSpPr txBox="1"/>
          <p:nvPr/>
        </p:nvSpPr>
        <p:spPr>
          <a:xfrm>
            <a:off x="8847729" y="1451120"/>
            <a:ext cx="1146917" cy="369332"/>
          </a:xfrm>
          <a:prstGeom prst="rect">
            <a:avLst/>
          </a:prstGeom>
          <a:noFill/>
        </p:spPr>
        <p:txBody>
          <a:bodyPr wrap="none" rtlCol="0">
            <a:spAutoFit/>
          </a:bodyPr>
          <a:lstStyle/>
          <a:p>
            <a:r>
              <a:rPr lang="pt-BR" dirty="0"/>
              <a:t>Ambiente</a:t>
            </a:r>
          </a:p>
        </p:txBody>
      </p:sp>
      <p:sp>
        <p:nvSpPr>
          <p:cNvPr id="11" name="CaixaDeTexto 10">
            <a:extLst>
              <a:ext uri="{FF2B5EF4-FFF2-40B4-BE49-F238E27FC236}">
                <a16:creationId xmlns:a16="http://schemas.microsoft.com/office/drawing/2014/main" id="{7ACBEF50-ED38-B108-7CFC-A93E201A6EA1}"/>
              </a:ext>
            </a:extLst>
          </p:cNvPr>
          <p:cNvSpPr txBox="1"/>
          <p:nvPr/>
        </p:nvSpPr>
        <p:spPr>
          <a:xfrm>
            <a:off x="7105481" y="1451214"/>
            <a:ext cx="926857" cy="369332"/>
          </a:xfrm>
          <a:prstGeom prst="rect">
            <a:avLst/>
          </a:prstGeom>
          <a:noFill/>
        </p:spPr>
        <p:txBody>
          <a:bodyPr wrap="none" rtlCol="0">
            <a:spAutoFit/>
          </a:bodyPr>
          <a:lstStyle/>
          <a:p>
            <a:r>
              <a:rPr lang="pt-BR" dirty="0"/>
              <a:t>Espaço</a:t>
            </a:r>
          </a:p>
        </p:txBody>
      </p:sp>
      <p:sp>
        <p:nvSpPr>
          <p:cNvPr id="12" name="CaixaDeTexto 11">
            <a:extLst>
              <a:ext uri="{FF2B5EF4-FFF2-40B4-BE49-F238E27FC236}">
                <a16:creationId xmlns:a16="http://schemas.microsoft.com/office/drawing/2014/main" id="{ED9769CF-5FAE-4F3E-4A5C-F45E8A09B868}"/>
              </a:ext>
            </a:extLst>
          </p:cNvPr>
          <p:cNvSpPr txBox="1"/>
          <p:nvPr/>
        </p:nvSpPr>
        <p:spPr>
          <a:xfrm>
            <a:off x="6961404" y="2959021"/>
            <a:ext cx="867545" cy="369332"/>
          </a:xfrm>
          <a:prstGeom prst="rect">
            <a:avLst/>
          </a:prstGeom>
          <a:noFill/>
        </p:spPr>
        <p:txBody>
          <a:bodyPr wrap="none" rtlCol="0">
            <a:spAutoFit/>
          </a:bodyPr>
          <a:lstStyle/>
          <a:p>
            <a:r>
              <a:rPr lang="pt-BR" dirty="0"/>
              <a:t>0.1940</a:t>
            </a:r>
          </a:p>
        </p:txBody>
      </p:sp>
      <p:sp>
        <p:nvSpPr>
          <p:cNvPr id="13" name="CaixaDeTexto 12">
            <a:extLst>
              <a:ext uri="{FF2B5EF4-FFF2-40B4-BE49-F238E27FC236}">
                <a16:creationId xmlns:a16="http://schemas.microsoft.com/office/drawing/2014/main" id="{1391FB4C-9CBE-36D6-EB83-CAEA6DDD34A4}"/>
              </a:ext>
            </a:extLst>
          </p:cNvPr>
          <p:cNvSpPr txBox="1"/>
          <p:nvPr/>
        </p:nvSpPr>
        <p:spPr>
          <a:xfrm>
            <a:off x="8210233" y="2931429"/>
            <a:ext cx="867545" cy="369332"/>
          </a:xfrm>
          <a:prstGeom prst="rect">
            <a:avLst/>
          </a:prstGeom>
          <a:noFill/>
        </p:spPr>
        <p:txBody>
          <a:bodyPr wrap="none" rtlCol="0">
            <a:spAutoFit/>
          </a:bodyPr>
          <a:lstStyle/>
          <a:p>
            <a:r>
              <a:rPr lang="pt-BR" dirty="0"/>
              <a:t>0.0431</a:t>
            </a:r>
          </a:p>
        </p:txBody>
      </p:sp>
      <p:sp>
        <p:nvSpPr>
          <p:cNvPr id="14" name="CaixaDeTexto 13">
            <a:extLst>
              <a:ext uri="{FF2B5EF4-FFF2-40B4-BE49-F238E27FC236}">
                <a16:creationId xmlns:a16="http://schemas.microsoft.com/office/drawing/2014/main" id="{B54B68B3-AAD5-7496-B75D-B7D4BD144A70}"/>
              </a:ext>
            </a:extLst>
          </p:cNvPr>
          <p:cNvSpPr txBox="1"/>
          <p:nvPr/>
        </p:nvSpPr>
        <p:spPr>
          <a:xfrm>
            <a:off x="9421188" y="2959021"/>
            <a:ext cx="867545" cy="369332"/>
          </a:xfrm>
          <a:prstGeom prst="rect">
            <a:avLst/>
          </a:prstGeom>
          <a:noFill/>
        </p:spPr>
        <p:txBody>
          <a:bodyPr wrap="none" rtlCol="0">
            <a:spAutoFit/>
          </a:bodyPr>
          <a:lstStyle/>
          <a:p>
            <a:r>
              <a:rPr lang="pt-BR" dirty="0"/>
              <a:t>0.0845</a:t>
            </a:r>
          </a:p>
        </p:txBody>
      </p:sp>
      <p:sp>
        <p:nvSpPr>
          <p:cNvPr id="18" name="CaixaDeTexto 17">
            <a:extLst>
              <a:ext uri="{FF2B5EF4-FFF2-40B4-BE49-F238E27FC236}">
                <a16:creationId xmlns:a16="http://schemas.microsoft.com/office/drawing/2014/main" id="{136B1388-50E7-665A-D6F4-6AB6F2663C1E}"/>
              </a:ext>
            </a:extLst>
          </p:cNvPr>
          <p:cNvSpPr txBox="1"/>
          <p:nvPr/>
        </p:nvSpPr>
        <p:spPr>
          <a:xfrm>
            <a:off x="3646907" y="4515739"/>
            <a:ext cx="867545" cy="369332"/>
          </a:xfrm>
          <a:prstGeom prst="rect">
            <a:avLst/>
          </a:prstGeom>
          <a:noFill/>
        </p:spPr>
        <p:txBody>
          <a:bodyPr wrap="none" rtlCol="0">
            <a:spAutoFit/>
          </a:bodyPr>
          <a:lstStyle/>
          <a:p>
            <a:r>
              <a:rPr lang="pt-BR" dirty="0"/>
              <a:t>0.1276</a:t>
            </a:r>
          </a:p>
        </p:txBody>
      </p:sp>
      <p:sp>
        <p:nvSpPr>
          <p:cNvPr id="19" name="CaixaDeTexto 18">
            <a:extLst>
              <a:ext uri="{FF2B5EF4-FFF2-40B4-BE49-F238E27FC236}">
                <a16:creationId xmlns:a16="http://schemas.microsoft.com/office/drawing/2014/main" id="{5B0454C0-5FDB-51AC-B94A-1B03ECE2F6AA}"/>
              </a:ext>
            </a:extLst>
          </p:cNvPr>
          <p:cNvSpPr txBox="1"/>
          <p:nvPr/>
        </p:nvSpPr>
        <p:spPr>
          <a:xfrm>
            <a:off x="8987415" y="4580309"/>
            <a:ext cx="867545" cy="369332"/>
          </a:xfrm>
          <a:prstGeom prst="rect">
            <a:avLst/>
          </a:prstGeom>
          <a:noFill/>
        </p:spPr>
        <p:txBody>
          <a:bodyPr wrap="none" rtlCol="0">
            <a:spAutoFit/>
          </a:bodyPr>
          <a:lstStyle/>
          <a:p>
            <a:r>
              <a:rPr lang="pt-BR" dirty="0"/>
              <a:t>0.1276</a:t>
            </a:r>
          </a:p>
        </p:txBody>
      </p:sp>
      <p:sp>
        <p:nvSpPr>
          <p:cNvPr id="21" name="CaixaDeTexto 20">
            <a:extLst>
              <a:ext uri="{FF2B5EF4-FFF2-40B4-BE49-F238E27FC236}">
                <a16:creationId xmlns:a16="http://schemas.microsoft.com/office/drawing/2014/main" id="{833F5F1F-13D6-52C4-D060-CED5AB5938EA}"/>
              </a:ext>
            </a:extLst>
          </p:cNvPr>
          <p:cNvSpPr txBox="1"/>
          <p:nvPr/>
        </p:nvSpPr>
        <p:spPr>
          <a:xfrm>
            <a:off x="7395176" y="4582836"/>
            <a:ext cx="867545" cy="369332"/>
          </a:xfrm>
          <a:prstGeom prst="rect">
            <a:avLst/>
          </a:prstGeom>
          <a:noFill/>
        </p:spPr>
        <p:txBody>
          <a:bodyPr wrap="none" rtlCol="0">
            <a:spAutoFit/>
          </a:bodyPr>
          <a:lstStyle/>
          <a:p>
            <a:r>
              <a:rPr lang="pt-BR" dirty="0"/>
              <a:t>0.2371</a:t>
            </a:r>
          </a:p>
        </p:txBody>
      </p:sp>
      <p:sp>
        <p:nvSpPr>
          <p:cNvPr id="22" name="CaixaDeTexto 21">
            <a:extLst>
              <a:ext uri="{FF2B5EF4-FFF2-40B4-BE49-F238E27FC236}">
                <a16:creationId xmlns:a16="http://schemas.microsoft.com/office/drawing/2014/main" id="{09D9BAB0-8B52-F51A-84E6-29E0E8FDDBA9}"/>
              </a:ext>
            </a:extLst>
          </p:cNvPr>
          <p:cNvSpPr txBox="1"/>
          <p:nvPr/>
        </p:nvSpPr>
        <p:spPr>
          <a:xfrm>
            <a:off x="2002181" y="4515739"/>
            <a:ext cx="867545" cy="369332"/>
          </a:xfrm>
          <a:prstGeom prst="rect">
            <a:avLst/>
          </a:prstGeom>
          <a:noFill/>
        </p:spPr>
        <p:txBody>
          <a:bodyPr wrap="none" rtlCol="0">
            <a:spAutoFit/>
          </a:bodyPr>
          <a:lstStyle/>
          <a:p>
            <a:r>
              <a:rPr lang="pt-BR" dirty="0"/>
              <a:t>0.1574</a:t>
            </a:r>
          </a:p>
        </p:txBody>
      </p:sp>
    </p:spTree>
    <p:extLst>
      <p:ext uri="{BB962C8B-B14F-4D97-AF65-F5344CB8AC3E}">
        <p14:creationId xmlns:p14="http://schemas.microsoft.com/office/powerpoint/2010/main" val="118116538"/>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326</TotalTime>
  <Words>363</Words>
  <Application>Microsoft Office PowerPoint</Application>
  <PresentationFormat>Widescreen</PresentationFormat>
  <Paragraphs>162</Paragraphs>
  <Slides>9</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9</vt:i4>
      </vt:variant>
    </vt:vector>
  </HeadingPairs>
  <TitlesOfParts>
    <vt:vector size="13" baseType="lpstr">
      <vt:lpstr>Aptos</vt:lpstr>
      <vt:lpstr>Aptos Display</vt:lpstr>
      <vt:lpstr>Arial</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Rodolfo Mei Pelinson</dc:creator>
  <cp:lastModifiedBy>Rodolfo Mei Pelinson</cp:lastModifiedBy>
  <cp:revision>1</cp:revision>
  <dcterms:created xsi:type="dcterms:W3CDTF">2025-03-10T18:41:40Z</dcterms:created>
  <dcterms:modified xsi:type="dcterms:W3CDTF">2025-03-13T19:54:56Z</dcterms:modified>
</cp:coreProperties>
</file>